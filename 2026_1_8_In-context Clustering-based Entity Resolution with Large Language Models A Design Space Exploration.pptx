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7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8.xml" ContentType="application/vnd.openxmlformats-officedocument.presentationml.tags+xml"/>
  <Override PartName="/ppt/notesSlides/notesSlide20.xml" ContentType="application/vnd.openxmlformats-officedocument.presentationml.notesSlide+xml"/>
  <Override PartName="/ppt/tags/tag19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329" r:id="rId2"/>
    <p:sldId id="335" r:id="rId3"/>
    <p:sldId id="517" r:id="rId4"/>
    <p:sldId id="573" r:id="rId5"/>
    <p:sldId id="556" r:id="rId6"/>
    <p:sldId id="575" r:id="rId7"/>
    <p:sldId id="557" r:id="rId8"/>
    <p:sldId id="560" r:id="rId9"/>
    <p:sldId id="576" r:id="rId10"/>
    <p:sldId id="577" r:id="rId11"/>
    <p:sldId id="562" r:id="rId12"/>
    <p:sldId id="563" r:id="rId13"/>
    <p:sldId id="578" r:id="rId14"/>
    <p:sldId id="564" r:id="rId15"/>
    <p:sldId id="525" r:id="rId16"/>
    <p:sldId id="383" r:id="rId17"/>
    <p:sldId id="569" r:id="rId18"/>
    <p:sldId id="530" r:id="rId19"/>
    <p:sldId id="579" r:id="rId20"/>
    <p:sldId id="532" r:id="rId21"/>
    <p:sldId id="580" r:id="rId22"/>
    <p:sldId id="539" r:id="rId23"/>
    <p:sldId id="571" r:id="rId24"/>
    <p:sldId id="572" r:id="rId25"/>
    <p:sldId id="473" r:id="rId26"/>
  </p:sldIdLst>
  <p:sldSz cx="12192000" cy="6858000"/>
  <p:notesSz cx="6858000" cy="9144000"/>
  <p:custDataLst>
    <p:tags r:id="rId2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37AA99C-9CDF-45C0-93AE-45E8E5B75093}">
          <p14:sldIdLst>
            <p14:sldId id="329"/>
            <p14:sldId id="335"/>
            <p14:sldId id="517"/>
            <p14:sldId id="573"/>
            <p14:sldId id="556"/>
            <p14:sldId id="575"/>
            <p14:sldId id="557"/>
            <p14:sldId id="560"/>
            <p14:sldId id="576"/>
            <p14:sldId id="577"/>
            <p14:sldId id="562"/>
            <p14:sldId id="563"/>
            <p14:sldId id="578"/>
            <p14:sldId id="564"/>
            <p14:sldId id="525"/>
            <p14:sldId id="383"/>
            <p14:sldId id="569"/>
            <p14:sldId id="530"/>
            <p14:sldId id="579"/>
            <p14:sldId id="532"/>
            <p14:sldId id="580"/>
            <p14:sldId id="539"/>
            <p14:sldId id="571"/>
            <p14:sldId id="572"/>
            <p14:sldId id="4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90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宇晨" initials="王宇晨" lastIdx="1" clrIdx="0"/>
  <p:cmAuthor id="2" name="wang yuchen" initials="wy" lastIdx="1" clrIdx="1"/>
  <p:cmAuthor id="3" name="丁 婧伊" initials="丁" lastIdx="1" clrIdx="2"/>
  <p:cmAuthor id="4" name="Zhicheng" initials="Z" lastIdx="3" clrIdx="3">
    <p:extLst>
      <p:ext uri="{19B8F6BF-5375-455C-9EA6-DF929625EA0E}">
        <p15:presenceInfo xmlns:p15="http://schemas.microsoft.com/office/powerpoint/2012/main" userId="S::zhicheng_li@trendmicro.com::b8c6a5ef-bd69-4778-b8be-4136fcda783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8360"/>
    <a:srgbClr val="C9DBF8"/>
    <a:srgbClr val="FD9B69"/>
    <a:srgbClr val="FF0000"/>
    <a:srgbClr val="459F2D"/>
    <a:srgbClr val="EB7055"/>
    <a:srgbClr val="E6E6E6"/>
    <a:srgbClr val="385723"/>
    <a:srgbClr val="9BAA90"/>
    <a:srgbClr val="C835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67801" autoAdjust="0"/>
  </p:normalViewPr>
  <p:slideViewPr>
    <p:cSldViewPr snapToGrid="0" showGuides="1">
      <p:cViewPr varScale="1">
        <p:scale>
          <a:sx n="109" d="100"/>
          <a:sy n="109" d="100"/>
        </p:scale>
        <p:origin x="2082" y="114"/>
      </p:cViewPr>
      <p:guideLst>
        <p:guide orient="horz" pos="2159"/>
        <p:guide pos="390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80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20232264@seu.edu.cn" userId="7039b3de-44eb-4b36-856a-06eff18bf7aa" providerId="ADAL" clId="{0038F6CB-C0FA-4058-823D-29DDDCBB004C}"/>
    <pc:docChg chg="modSld">
      <pc:chgData name="220232264@seu.edu.cn" userId="7039b3de-44eb-4b36-856a-06eff18bf7aa" providerId="ADAL" clId="{0038F6CB-C0FA-4058-823D-29DDDCBB004C}" dt="2024-09-16T14:42:45.031" v="17" actId="20577"/>
      <pc:docMkLst>
        <pc:docMk/>
      </pc:docMkLst>
      <pc:sldChg chg="addSp modSp mod modTransition">
        <pc:chgData name="220232264@seu.edu.cn" userId="7039b3de-44eb-4b36-856a-06eff18bf7aa" providerId="ADAL" clId="{0038F6CB-C0FA-4058-823D-29DDDCBB004C}" dt="2024-09-16T14:42:45.031" v="17" actId="20577"/>
        <pc:sldMkLst>
          <pc:docMk/>
          <pc:sldMk cId="2171034592" sldId="516"/>
        </pc:sldMkLst>
        <pc:spChg chg="add mod">
          <ac:chgData name="220232264@seu.edu.cn" userId="7039b3de-44eb-4b36-856a-06eff18bf7aa" providerId="ADAL" clId="{0038F6CB-C0FA-4058-823D-29DDDCBB004C}" dt="2024-09-16T14:39:37.920" v="3" actId="1076"/>
          <ac:spMkLst>
            <pc:docMk/>
            <pc:sldMk cId="2171034592" sldId="516"/>
            <ac:spMk id="8" creationId="{BB79C409-F481-4DDA-B12C-DA305E18835E}"/>
          </ac:spMkLst>
        </pc:spChg>
        <pc:spChg chg="add mod">
          <ac:chgData name="220232264@seu.edu.cn" userId="7039b3de-44eb-4b36-856a-06eff18bf7aa" providerId="ADAL" clId="{0038F6CB-C0FA-4058-823D-29DDDCBB004C}" dt="2024-09-16T14:39:52.125" v="6" actId="1076"/>
          <ac:spMkLst>
            <pc:docMk/>
            <pc:sldMk cId="2171034592" sldId="516"/>
            <ac:spMk id="9" creationId="{39B57E7F-8463-4883-921E-17E93446A6E0}"/>
          </ac:spMkLst>
        </pc:spChg>
        <pc:spChg chg="add mod">
          <ac:chgData name="220232264@seu.edu.cn" userId="7039b3de-44eb-4b36-856a-06eff18bf7aa" providerId="ADAL" clId="{0038F6CB-C0FA-4058-823D-29DDDCBB004C}" dt="2024-09-16T14:39:40.638" v="4" actId="571"/>
          <ac:spMkLst>
            <pc:docMk/>
            <pc:sldMk cId="2171034592" sldId="516"/>
            <ac:spMk id="10" creationId="{6D3462BA-BAE2-4CA9-B441-B674BD6D4F9A}"/>
          </ac:spMkLst>
        </pc:spChg>
        <pc:spChg chg="add mod">
          <ac:chgData name="220232264@seu.edu.cn" userId="7039b3de-44eb-4b36-856a-06eff18bf7aa" providerId="ADAL" clId="{0038F6CB-C0FA-4058-823D-29DDDCBB004C}" dt="2024-09-16T14:39:47.528" v="5" actId="1076"/>
          <ac:spMkLst>
            <pc:docMk/>
            <pc:sldMk cId="2171034592" sldId="516"/>
            <ac:spMk id="11" creationId="{2831EC95-041C-4F92-A97E-2E3B90C73030}"/>
          </ac:spMkLst>
        </pc:spChg>
        <pc:spChg chg="mod">
          <ac:chgData name="220232264@seu.edu.cn" userId="7039b3de-44eb-4b36-856a-06eff18bf7aa" providerId="ADAL" clId="{0038F6CB-C0FA-4058-823D-29DDDCBB004C}" dt="2024-09-16T14:40:02.708" v="8" actId="14100"/>
          <ac:spMkLst>
            <pc:docMk/>
            <pc:sldMk cId="2171034592" sldId="516"/>
            <ac:spMk id="16" creationId="{1A7F0A51-4730-4D67-89E2-5A35E879A9DF}"/>
          </ac:spMkLst>
        </pc:spChg>
        <pc:spChg chg="mod">
          <ac:chgData name="220232264@seu.edu.cn" userId="7039b3de-44eb-4b36-856a-06eff18bf7aa" providerId="ADAL" clId="{0038F6CB-C0FA-4058-823D-29DDDCBB004C}" dt="2024-09-16T14:42:42.073" v="15" actId="20577"/>
          <ac:spMkLst>
            <pc:docMk/>
            <pc:sldMk cId="2171034592" sldId="516"/>
            <ac:spMk id="17" creationId="{7CA5CE36-8C5F-477B-A468-18A51279AE1E}"/>
          </ac:spMkLst>
        </pc:spChg>
        <pc:spChg chg="mod">
          <ac:chgData name="220232264@seu.edu.cn" userId="7039b3de-44eb-4b36-856a-06eff18bf7aa" providerId="ADAL" clId="{0038F6CB-C0FA-4058-823D-29DDDCBB004C}" dt="2024-09-16T14:42:45.031" v="17" actId="20577"/>
          <ac:spMkLst>
            <pc:docMk/>
            <pc:sldMk cId="2171034592" sldId="516"/>
            <ac:spMk id="20" creationId="{93AD422F-414E-4273-B964-CEB372AA2EAD}"/>
          </ac:spMkLst>
        </pc:spChg>
      </pc:sldChg>
    </pc:docChg>
  </pc:docChgLst>
  <pc:docChgLst>
    <pc:chgData name="东 阚" userId="3599d4e495008c55" providerId="LiveId" clId="{54D04F7E-F4F0-4B46-92B4-8BB4DC4D7919}"/>
    <pc:docChg chg="undo custSel addSld delSld modSld sldOrd modSection">
      <pc:chgData name="东 阚" userId="3599d4e495008c55" providerId="LiveId" clId="{54D04F7E-F4F0-4B46-92B4-8BB4DC4D7919}" dt="2024-04-18T11:30:36.458" v="6503"/>
      <pc:docMkLst>
        <pc:docMk/>
      </pc:docMkLst>
      <pc:sldChg chg="modSp mod modNotesTx">
        <pc:chgData name="东 阚" userId="3599d4e495008c55" providerId="LiveId" clId="{54D04F7E-F4F0-4B46-92B4-8BB4DC4D7919}" dt="2024-04-18T07:23:04.404" v="4572" actId="20577"/>
        <pc:sldMkLst>
          <pc:docMk/>
          <pc:sldMk cId="0" sldId="329"/>
        </pc:sldMkLst>
        <pc:spChg chg="mod">
          <ac:chgData name="东 阚" userId="3599d4e495008c55" providerId="LiveId" clId="{54D04F7E-F4F0-4B46-92B4-8BB4DC4D7919}" dt="2024-04-18T07:22:56.771" v="4565" actId="1076"/>
          <ac:spMkLst>
            <pc:docMk/>
            <pc:sldMk cId="0" sldId="329"/>
            <ac:spMk id="9" creationId="{00000000-0000-0000-0000-000000000000}"/>
          </ac:spMkLst>
        </pc:spChg>
      </pc:sldChg>
      <pc:sldChg chg="ord">
        <pc:chgData name="东 阚" userId="3599d4e495008c55" providerId="LiveId" clId="{54D04F7E-F4F0-4B46-92B4-8BB4DC4D7919}" dt="2024-04-17T16:37:37.310" v="2904"/>
        <pc:sldMkLst>
          <pc:docMk/>
          <pc:sldMk cId="0" sldId="383"/>
        </pc:sldMkLst>
      </pc:sldChg>
      <pc:sldChg chg="addSp modSp mod modNotesTx">
        <pc:chgData name="东 阚" userId="3599d4e495008c55" providerId="LiveId" clId="{54D04F7E-F4F0-4B46-92B4-8BB4DC4D7919}" dt="2024-04-18T07:28:24.333" v="4791" actId="20577"/>
        <pc:sldMkLst>
          <pc:docMk/>
          <pc:sldMk cId="0" sldId="405"/>
        </pc:sldMkLst>
        <pc:spChg chg="mod">
          <ac:chgData name="东 阚" userId="3599d4e495008c55" providerId="LiveId" clId="{54D04F7E-F4F0-4B46-92B4-8BB4DC4D7919}" dt="2024-04-18T07:28:16.820" v="4774" actId="207"/>
          <ac:spMkLst>
            <pc:docMk/>
            <pc:sldMk cId="0" sldId="405"/>
            <ac:spMk id="4" creationId="{733F3CC3-E6EF-4C6D-A783-801766ECE36E}"/>
          </ac:spMkLst>
        </pc:spChg>
        <pc:spChg chg="add mod">
          <ac:chgData name="东 阚" userId="3599d4e495008c55" providerId="LiveId" clId="{54D04F7E-F4F0-4B46-92B4-8BB4DC4D7919}" dt="2024-04-18T07:26:22.545" v="4580" actId="1076"/>
          <ac:spMkLst>
            <pc:docMk/>
            <pc:sldMk cId="0" sldId="405"/>
            <ac:spMk id="8" creationId="{8C0C3850-C5D3-46A3-8178-0AD3E65A3E3D}"/>
          </ac:spMkLst>
        </pc:spChg>
        <pc:spChg chg="add mod">
          <ac:chgData name="东 阚" userId="3599d4e495008c55" providerId="LiveId" clId="{54D04F7E-F4F0-4B46-92B4-8BB4DC4D7919}" dt="2024-04-18T07:26:51.900" v="4614" actId="1076"/>
          <ac:spMkLst>
            <pc:docMk/>
            <pc:sldMk cId="0" sldId="405"/>
            <ac:spMk id="9" creationId="{2D0AE929-67A1-4FA6-AEEF-7B8CCF4B94F8}"/>
          </ac:spMkLst>
        </pc:spChg>
      </pc:sldChg>
      <pc:sldChg chg="del">
        <pc:chgData name="东 阚" userId="3599d4e495008c55" providerId="LiveId" clId="{54D04F7E-F4F0-4B46-92B4-8BB4DC4D7919}" dt="2024-04-17T17:12:49.332" v="3316" actId="47"/>
        <pc:sldMkLst>
          <pc:docMk/>
          <pc:sldMk cId="0" sldId="408"/>
        </pc:sldMkLst>
      </pc:sldChg>
      <pc:sldChg chg="del">
        <pc:chgData name="东 阚" userId="3599d4e495008c55" providerId="LiveId" clId="{54D04F7E-F4F0-4B46-92B4-8BB4DC4D7919}" dt="2024-04-17T17:12:50.465" v="3317" actId="47"/>
        <pc:sldMkLst>
          <pc:docMk/>
          <pc:sldMk cId="0" sldId="409"/>
        </pc:sldMkLst>
      </pc:sldChg>
      <pc:sldChg chg="addSp delSp modSp mod modNotesTx">
        <pc:chgData name="东 阚" userId="3599d4e495008c55" providerId="LiveId" clId="{54D04F7E-F4F0-4B46-92B4-8BB4DC4D7919}" dt="2024-04-18T08:22:28.468" v="5301" actId="20577"/>
        <pc:sldMkLst>
          <pc:docMk/>
          <pc:sldMk cId="0" sldId="418"/>
        </pc:sldMkLst>
        <pc:spChg chg="add mod">
          <ac:chgData name="东 阚" userId="3599d4e495008c55" providerId="LiveId" clId="{54D04F7E-F4F0-4B46-92B4-8BB4DC4D7919}" dt="2024-04-17T08:30:16.370" v="93" actId="20577"/>
          <ac:spMkLst>
            <pc:docMk/>
            <pc:sldMk cId="0" sldId="418"/>
            <ac:spMk id="4" creationId="{8890BD1A-AD05-49F5-9D36-3B9E9782B029}"/>
          </ac:spMkLst>
        </pc:spChg>
        <pc:spChg chg="add del mod">
          <ac:chgData name="东 阚" userId="3599d4e495008c55" providerId="LiveId" clId="{54D04F7E-F4F0-4B46-92B4-8BB4DC4D7919}" dt="2024-04-17T08:26:32.747" v="56" actId="478"/>
          <ac:spMkLst>
            <pc:docMk/>
            <pc:sldMk cId="0" sldId="418"/>
            <ac:spMk id="8" creationId="{169C12FD-B9C9-420F-B43B-A2B0C6ECBF87}"/>
          </ac:spMkLst>
        </pc:spChg>
        <pc:spChg chg="add mod">
          <ac:chgData name="东 阚" userId="3599d4e495008c55" providerId="LiveId" clId="{54D04F7E-F4F0-4B46-92B4-8BB4DC4D7919}" dt="2024-04-17T08:30:58.174" v="101" actId="571"/>
          <ac:spMkLst>
            <pc:docMk/>
            <pc:sldMk cId="0" sldId="418"/>
            <ac:spMk id="20" creationId="{5B61DF33-487D-473F-ADE5-7FDB1910418D}"/>
          </ac:spMkLst>
        </pc:spChg>
        <pc:picChg chg="add mod">
          <ac:chgData name="东 阚" userId="3599d4e495008c55" providerId="LiveId" clId="{54D04F7E-F4F0-4B46-92B4-8BB4DC4D7919}" dt="2024-04-17T08:36:01.744" v="161" actId="1076"/>
          <ac:picMkLst>
            <pc:docMk/>
            <pc:sldMk cId="0" sldId="418"/>
            <ac:picMk id="6" creationId="{C10BD659-5324-4135-94CC-6D89CC8061A2}"/>
          </ac:picMkLst>
        </pc:picChg>
        <pc:picChg chg="add del mod">
          <ac:chgData name="东 阚" userId="3599d4e495008c55" providerId="LiveId" clId="{54D04F7E-F4F0-4B46-92B4-8BB4DC4D7919}" dt="2024-04-17T08:32:42.169" v="123" actId="478"/>
          <ac:picMkLst>
            <pc:docMk/>
            <pc:sldMk cId="0" sldId="418"/>
            <ac:picMk id="13" creationId="{1D0D0F01-DD3B-43DD-BA71-A00EE1B5782A}"/>
          </ac:picMkLst>
        </pc:picChg>
        <pc:picChg chg="add del mod">
          <ac:chgData name="东 阚" userId="3599d4e495008c55" providerId="LiveId" clId="{54D04F7E-F4F0-4B46-92B4-8BB4DC4D7919}" dt="2024-04-17T08:27:26.574" v="67" actId="22"/>
          <ac:picMkLst>
            <pc:docMk/>
            <pc:sldMk cId="0" sldId="418"/>
            <ac:picMk id="15" creationId="{9ED9C683-1584-4472-96E3-1F5DD0BEF89F}"/>
          </ac:picMkLst>
        </pc:picChg>
        <pc:picChg chg="add del mod">
          <ac:chgData name="东 阚" userId="3599d4e495008c55" providerId="LiveId" clId="{54D04F7E-F4F0-4B46-92B4-8BB4DC4D7919}" dt="2024-04-17T08:32:42.602" v="124" actId="478"/>
          <ac:picMkLst>
            <pc:docMk/>
            <pc:sldMk cId="0" sldId="418"/>
            <ac:picMk id="17" creationId="{F232AE62-3321-41B2-A150-61C14B306187}"/>
          </ac:picMkLst>
        </pc:picChg>
        <pc:picChg chg="add del mod">
          <ac:chgData name="东 阚" userId="3599d4e495008c55" providerId="LiveId" clId="{54D04F7E-F4F0-4B46-92B4-8BB4DC4D7919}" dt="2024-04-17T08:30:19.673" v="94" actId="478"/>
          <ac:picMkLst>
            <pc:docMk/>
            <pc:sldMk cId="0" sldId="418"/>
            <ac:picMk id="19" creationId="{0E2C1D7E-B53D-42EA-8D2F-46FE5B81400B}"/>
          </ac:picMkLst>
        </pc:picChg>
        <pc:picChg chg="add mod">
          <ac:chgData name="东 阚" userId="3599d4e495008c55" providerId="LiveId" clId="{54D04F7E-F4F0-4B46-92B4-8BB4DC4D7919}" dt="2024-04-17T08:48:58.153" v="205" actId="1076"/>
          <ac:picMkLst>
            <pc:docMk/>
            <pc:sldMk cId="0" sldId="418"/>
            <ac:picMk id="22" creationId="{E2C48EF0-C484-487B-BA72-A9EE3D6F84C4}"/>
          </ac:picMkLst>
        </pc:picChg>
        <pc:picChg chg="add del mod">
          <ac:chgData name="东 阚" userId="3599d4e495008c55" providerId="LiveId" clId="{54D04F7E-F4F0-4B46-92B4-8BB4DC4D7919}" dt="2024-04-17T08:32:27.208" v="116" actId="478"/>
          <ac:picMkLst>
            <pc:docMk/>
            <pc:sldMk cId="0" sldId="418"/>
            <ac:picMk id="24" creationId="{9A28ECD2-6431-468E-8F8F-F103D3E9E557}"/>
          </ac:picMkLst>
        </pc:picChg>
        <pc:picChg chg="add mod">
          <ac:chgData name="东 阚" userId="3599d4e495008c55" providerId="LiveId" clId="{54D04F7E-F4F0-4B46-92B4-8BB4DC4D7919}" dt="2024-04-17T08:49:11.354" v="211" actId="1035"/>
          <ac:picMkLst>
            <pc:docMk/>
            <pc:sldMk cId="0" sldId="418"/>
            <ac:picMk id="26" creationId="{9DE9E7CD-4CD6-4D65-A1D0-E541DCD09683}"/>
          </ac:picMkLst>
        </pc:picChg>
        <pc:picChg chg="add mod">
          <ac:chgData name="东 阚" userId="3599d4e495008c55" providerId="LiveId" clId="{54D04F7E-F4F0-4B46-92B4-8BB4DC4D7919}" dt="2024-04-17T08:49:16.472" v="227" actId="1035"/>
          <ac:picMkLst>
            <pc:docMk/>
            <pc:sldMk cId="0" sldId="418"/>
            <ac:picMk id="28" creationId="{357F3849-35D9-4AEE-8E74-1BB80B424D7B}"/>
          </ac:picMkLst>
        </pc:picChg>
        <pc:picChg chg="add mod">
          <ac:chgData name="东 阚" userId="3599d4e495008c55" providerId="LiveId" clId="{54D04F7E-F4F0-4B46-92B4-8BB4DC4D7919}" dt="2024-04-17T08:49:19.889" v="240" actId="1035"/>
          <ac:picMkLst>
            <pc:docMk/>
            <pc:sldMk cId="0" sldId="418"/>
            <ac:picMk id="30" creationId="{5B5D90C8-EFE0-4407-B4CA-7A5E3B8AB92E}"/>
          </ac:picMkLst>
        </pc:picChg>
        <pc:picChg chg="add mod">
          <ac:chgData name="东 阚" userId="3599d4e495008c55" providerId="LiveId" clId="{54D04F7E-F4F0-4B46-92B4-8BB4DC4D7919}" dt="2024-04-17T08:49:24.757" v="256" actId="1035"/>
          <ac:picMkLst>
            <pc:docMk/>
            <pc:sldMk cId="0" sldId="418"/>
            <ac:picMk id="32" creationId="{BC825F0C-D80F-436A-A1F8-33E7FAB55250}"/>
          </ac:picMkLst>
        </pc:picChg>
        <pc:cxnChg chg="add del mod">
          <ac:chgData name="东 阚" userId="3599d4e495008c55" providerId="LiveId" clId="{54D04F7E-F4F0-4B46-92B4-8BB4DC4D7919}" dt="2024-04-17T08:26:34.074" v="57" actId="478"/>
          <ac:cxnSpMkLst>
            <pc:docMk/>
            <pc:sldMk cId="0" sldId="418"/>
            <ac:cxnSpMk id="7" creationId="{DDAEA769-6363-4D7A-A1DB-28641CA965C0}"/>
          </ac:cxnSpMkLst>
        </pc:cxnChg>
        <pc:cxnChg chg="add del mod">
          <ac:chgData name="东 阚" userId="3599d4e495008c55" providerId="LiveId" clId="{54D04F7E-F4F0-4B46-92B4-8BB4DC4D7919}" dt="2024-04-17T08:51:33.716" v="304"/>
          <ac:cxnSpMkLst>
            <pc:docMk/>
            <pc:sldMk cId="0" sldId="418"/>
            <ac:cxnSpMk id="33" creationId="{1A181E9A-89D9-4A55-9952-80106EA546B6}"/>
          </ac:cxnSpMkLst>
        </pc:cxnChg>
      </pc:sldChg>
      <pc:sldChg chg="del">
        <pc:chgData name="东 阚" userId="3599d4e495008c55" providerId="LiveId" clId="{54D04F7E-F4F0-4B46-92B4-8BB4DC4D7919}" dt="2024-04-17T17:12:50.883" v="3318" actId="47"/>
        <pc:sldMkLst>
          <pc:docMk/>
          <pc:sldMk cId="0" sldId="441"/>
        </pc:sldMkLst>
      </pc:sldChg>
      <pc:sldChg chg="del">
        <pc:chgData name="东 阚" userId="3599d4e495008c55" providerId="LiveId" clId="{54D04F7E-F4F0-4B46-92B4-8BB4DC4D7919}" dt="2024-04-17T17:12:51.356" v="3319" actId="47"/>
        <pc:sldMkLst>
          <pc:docMk/>
          <pc:sldMk cId="0" sldId="443"/>
        </pc:sldMkLst>
      </pc:sldChg>
      <pc:sldChg chg="del">
        <pc:chgData name="东 阚" userId="3599d4e495008c55" providerId="LiveId" clId="{54D04F7E-F4F0-4B46-92B4-8BB4DC4D7919}" dt="2024-04-17T17:12:51.619" v="3320" actId="47"/>
        <pc:sldMkLst>
          <pc:docMk/>
          <pc:sldMk cId="0" sldId="444"/>
        </pc:sldMkLst>
      </pc:sldChg>
      <pc:sldChg chg="del">
        <pc:chgData name="东 阚" userId="3599d4e495008c55" providerId="LiveId" clId="{54D04F7E-F4F0-4B46-92B4-8BB4DC4D7919}" dt="2024-04-17T17:12:52.335" v="3322" actId="47"/>
        <pc:sldMkLst>
          <pc:docMk/>
          <pc:sldMk cId="0" sldId="445"/>
        </pc:sldMkLst>
      </pc:sldChg>
      <pc:sldChg chg="del">
        <pc:chgData name="东 阚" userId="3599d4e495008c55" providerId="LiveId" clId="{54D04F7E-F4F0-4B46-92B4-8BB4DC4D7919}" dt="2024-04-17T17:12:51.971" v="3321" actId="47"/>
        <pc:sldMkLst>
          <pc:docMk/>
          <pc:sldMk cId="0" sldId="446"/>
        </pc:sldMkLst>
      </pc:sldChg>
      <pc:sldChg chg="del">
        <pc:chgData name="东 阚" userId="3599d4e495008c55" providerId="LiveId" clId="{54D04F7E-F4F0-4B46-92B4-8BB4DC4D7919}" dt="2024-04-17T17:12:52.655" v="3323" actId="47"/>
        <pc:sldMkLst>
          <pc:docMk/>
          <pc:sldMk cId="0" sldId="447"/>
        </pc:sldMkLst>
      </pc:sldChg>
      <pc:sldChg chg="del">
        <pc:chgData name="东 阚" userId="3599d4e495008c55" providerId="LiveId" clId="{54D04F7E-F4F0-4B46-92B4-8BB4DC4D7919}" dt="2024-04-17T17:12:52.920" v="3324" actId="47"/>
        <pc:sldMkLst>
          <pc:docMk/>
          <pc:sldMk cId="0" sldId="448"/>
        </pc:sldMkLst>
      </pc:sldChg>
      <pc:sldChg chg="del">
        <pc:chgData name="东 阚" userId="3599d4e495008c55" providerId="LiveId" clId="{54D04F7E-F4F0-4B46-92B4-8BB4DC4D7919}" dt="2024-04-17T17:12:53.226" v="3325" actId="47"/>
        <pc:sldMkLst>
          <pc:docMk/>
          <pc:sldMk cId="0" sldId="449"/>
        </pc:sldMkLst>
      </pc:sldChg>
      <pc:sldChg chg="del">
        <pc:chgData name="东 阚" userId="3599d4e495008c55" providerId="LiveId" clId="{54D04F7E-F4F0-4B46-92B4-8BB4DC4D7919}" dt="2024-04-17T17:12:53.564" v="3326" actId="47"/>
        <pc:sldMkLst>
          <pc:docMk/>
          <pc:sldMk cId="0" sldId="450"/>
        </pc:sldMkLst>
      </pc:sldChg>
      <pc:sldChg chg="del">
        <pc:chgData name="东 阚" userId="3599d4e495008c55" providerId="LiveId" clId="{54D04F7E-F4F0-4B46-92B4-8BB4DC4D7919}" dt="2024-04-17T17:12:53.886" v="3327" actId="47"/>
        <pc:sldMkLst>
          <pc:docMk/>
          <pc:sldMk cId="0" sldId="451"/>
        </pc:sldMkLst>
      </pc:sldChg>
      <pc:sldChg chg="del">
        <pc:chgData name="东 阚" userId="3599d4e495008c55" providerId="LiveId" clId="{54D04F7E-F4F0-4B46-92B4-8BB4DC4D7919}" dt="2024-04-17T17:12:54.254" v="3328" actId="47"/>
        <pc:sldMkLst>
          <pc:docMk/>
          <pc:sldMk cId="0" sldId="452"/>
        </pc:sldMkLst>
      </pc:sldChg>
      <pc:sldChg chg="del">
        <pc:chgData name="东 阚" userId="3599d4e495008c55" providerId="LiveId" clId="{54D04F7E-F4F0-4B46-92B4-8BB4DC4D7919}" dt="2024-04-17T17:12:54.599" v="3329" actId="47"/>
        <pc:sldMkLst>
          <pc:docMk/>
          <pc:sldMk cId="0" sldId="453"/>
        </pc:sldMkLst>
      </pc:sldChg>
      <pc:sldChg chg="del">
        <pc:chgData name="东 阚" userId="3599d4e495008c55" providerId="LiveId" clId="{54D04F7E-F4F0-4B46-92B4-8BB4DC4D7919}" dt="2024-04-17T17:12:55.324" v="3331" actId="47"/>
        <pc:sldMkLst>
          <pc:docMk/>
          <pc:sldMk cId="0" sldId="454"/>
        </pc:sldMkLst>
      </pc:sldChg>
      <pc:sldChg chg="del">
        <pc:chgData name="东 阚" userId="3599d4e495008c55" providerId="LiveId" clId="{54D04F7E-F4F0-4B46-92B4-8BB4DC4D7919}" dt="2024-04-17T17:12:55.884" v="3332" actId="47"/>
        <pc:sldMkLst>
          <pc:docMk/>
          <pc:sldMk cId="0" sldId="455"/>
        </pc:sldMkLst>
      </pc:sldChg>
      <pc:sldChg chg="del">
        <pc:chgData name="东 阚" userId="3599d4e495008c55" providerId="LiveId" clId="{54D04F7E-F4F0-4B46-92B4-8BB4DC4D7919}" dt="2024-04-17T17:12:54.969" v="3330" actId="47"/>
        <pc:sldMkLst>
          <pc:docMk/>
          <pc:sldMk cId="0" sldId="456"/>
        </pc:sldMkLst>
      </pc:sldChg>
      <pc:sldChg chg="del">
        <pc:chgData name="东 阚" userId="3599d4e495008c55" providerId="LiveId" clId="{54D04F7E-F4F0-4B46-92B4-8BB4DC4D7919}" dt="2024-04-17T17:12:57.819" v="3337" actId="47"/>
        <pc:sldMkLst>
          <pc:docMk/>
          <pc:sldMk cId="0" sldId="457"/>
        </pc:sldMkLst>
      </pc:sldChg>
      <pc:sldChg chg="del">
        <pc:chgData name="东 阚" userId="3599d4e495008c55" providerId="LiveId" clId="{54D04F7E-F4F0-4B46-92B4-8BB4DC4D7919}" dt="2024-04-17T17:12:56.265" v="3333" actId="47"/>
        <pc:sldMkLst>
          <pc:docMk/>
          <pc:sldMk cId="0" sldId="458"/>
        </pc:sldMkLst>
      </pc:sldChg>
      <pc:sldChg chg="del">
        <pc:chgData name="东 阚" userId="3599d4e495008c55" providerId="LiveId" clId="{54D04F7E-F4F0-4B46-92B4-8BB4DC4D7919}" dt="2024-04-17T17:12:56.663" v="3334" actId="47"/>
        <pc:sldMkLst>
          <pc:docMk/>
          <pc:sldMk cId="0" sldId="459"/>
        </pc:sldMkLst>
      </pc:sldChg>
      <pc:sldChg chg="del">
        <pc:chgData name="东 阚" userId="3599d4e495008c55" providerId="LiveId" clId="{54D04F7E-F4F0-4B46-92B4-8BB4DC4D7919}" dt="2024-04-17T17:12:57.001" v="3335" actId="47"/>
        <pc:sldMkLst>
          <pc:docMk/>
          <pc:sldMk cId="0" sldId="460"/>
        </pc:sldMkLst>
      </pc:sldChg>
      <pc:sldChg chg="del">
        <pc:chgData name="东 阚" userId="3599d4e495008c55" providerId="LiveId" clId="{54D04F7E-F4F0-4B46-92B4-8BB4DC4D7919}" dt="2024-04-17T17:12:57.357" v="3336" actId="47"/>
        <pc:sldMkLst>
          <pc:docMk/>
          <pc:sldMk cId="0" sldId="462"/>
        </pc:sldMkLst>
      </pc:sldChg>
      <pc:sldChg chg="del">
        <pc:chgData name="东 阚" userId="3599d4e495008c55" providerId="LiveId" clId="{54D04F7E-F4F0-4B46-92B4-8BB4DC4D7919}" dt="2024-04-17T17:12:58.284" v="3338" actId="47"/>
        <pc:sldMkLst>
          <pc:docMk/>
          <pc:sldMk cId="0" sldId="463"/>
        </pc:sldMkLst>
      </pc:sldChg>
      <pc:sldChg chg="addSp delSp modSp mod ord">
        <pc:chgData name="东 阚" userId="3599d4e495008c55" providerId="LiveId" clId="{54D04F7E-F4F0-4B46-92B4-8BB4DC4D7919}" dt="2024-04-17T17:05:49.884" v="3149" actId="14100"/>
        <pc:sldMkLst>
          <pc:docMk/>
          <pc:sldMk cId="0" sldId="464"/>
        </pc:sldMkLst>
        <pc:spChg chg="mod">
          <ac:chgData name="东 阚" userId="3599d4e495008c55" providerId="LiveId" clId="{54D04F7E-F4F0-4B46-92B4-8BB4DC4D7919}" dt="2024-04-17T16:40:17.707" v="2941"/>
          <ac:spMkLst>
            <pc:docMk/>
            <pc:sldMk cId="0" sldId="464"/>
            <ac:spMk id="3" creationId="{00000000-0000-0000-0000-000000000000}"/>
          </ac:spMkLst>
        </pc:spChg>
        <pc:spChg chg="del mod">
          <ac:chgData name="东 阚" userId="3599d4e495008c55" providerId="LiveId" clId="{54D04F7E-F4F0-4B46-92B4-8BB4DC4D7919}" dt="2024-04-17T16:40:28.720" v="2945" actId="478"/>
          <ac:spMkLst>
            <pc:docMk/>
            <pc:sldMk cId="0" sldId="464"/>
            <ac:spMk id="4" creationId="{00000000-0000-0000-0000-000000000000}"/>
          </ac:spMkLst>
        </pc:spChg>
        <pc:spChg chg="del">
          <ac:chgData name="东 阚" userId="3599d4e495008c55" providerId="LiveId" clId="{54D04F7E-F4F0-4B46-92B4-8BB4DC4D7919}" dt="2024-04-17T16:40:25.766" v="2942" actId="478"/>
          <ac:spMkLst>
            <pc:docMk/>
            <pc:sldMk cId="0" sldId="464"/>
            <ac:spMk id="6" creationId="{00000000-0000-0000-0000-000000000000}"/>
          </ac:spMkLst>
        </pc:spChg>
        <pc:spChg chg="add mod">
          <ac:chgData name="东 阚" userId="3599d4e495008c55" providerId="LiveId" clId="{54D04F7E-F4F0-4B46-92B4-8BB4DC4D7919}" dt="2024-04-17T17:05:49.884" v="3149" actId="14100"/>
          <ac:spMkLst>
            <pc:docMk/>
            <pc:sldMk cId="0" sldId="464"/>
            <ac:spMk id="12" creationId="{1DF8C4C2-F93B-45C7-B6DA-6740F7169D0E}"/>
          </ac:spMkLst>
        </pc:spChg>
        <pc:grpChg chg="del">
          <ac:chgData name="东 阚" userId="3599d4e495008c55" providerId="LiveId" clId="{54D04F7E-F4F0-4B46-92B4-8BB4DC4D7919}" dt="2024-04-17T16:40:25.766" v="2942" actId="478"/>
          <ac:grpSpMkLst>
            <pc:docMk/>
            <pc:sldMk cId="0" sldId="464"/>
            <ac:grpSpMk id="5" creationId="{00000000-0000-0000-0000-000000000000}"/>
          </ac:grpSpMkLst>
        </pc:grpChg>
        <pc:picChg chg="del">
          <ac:chgData name="东 阚" userId="3599d4e495008c55" providerId="LiveId" clId="{54D04F7E-F4F0-4B46-92B4-8BB4DC4D7919}" dt="2024-04-17T16:40:27.343" v="2944" actId="478"/>
          <ac:picMkLst>
            <pc:docMk/>
            <pc:sldMk cId="0" sldId="464"/>
            <ac:picMk id="7" creationId="{00000000-0000-0000-0000-000000000000}"/>
          </ac:picMkLst>
        </pc:picChg>
        <pc:picChg chg="del">
          <ac:chgData name="东 阚" userId="3599d4e495008c55" providerId="LiveId" clId="{54D04F7E-F4F0-4B46-92B4-8BB4DC4D7919}" dt="2024-04-17T16:40:29.139" v="2946" actId="478"/>
          <ac:picMkLst>
            <pc:docMk/>
            <pc:sldMk cId="0" sldId="464"/>
            <ac:picMk id="13" creationId="{00000000-0000-0000-0000-000000000000}"/>
          </ac:picMkLst>
        </pc:picChg>
      </pc:sldChg>
      <pc:sldChg chg="del">
        <pc:chgData name="东 阚" userId="3599d4e495008c55" providerId="LiveId" clId="{54D04F7E-F4F0-4B46-92B4-8BB4DC4D7919}" dt="2024-04-18T02:32:32.475" v="3771" actId="47"/>
        <pc:sldMkLst>
          <pc:docMk/>
          <pc:sldMk cId="0" sldId="465"/>
        </pc:sldMkLst>
      </pc:sldChg>
      <pc:sldChg chg="del">
        <pc:chgData name="东 阚" userId="3599d4e495008c55" providerId="LiveId" clId="{54D04F7E-F4F0-4B46-92B4-8BB4DC4D7919}" dt="2024-04-17T17:13:05.037" v="3340" actId="47"/>
        <pc:sldMkLst>
          <pc:docMk/>
          <pc:sldMk cId="0" sldId="466"/>
        </pc:sldMkLst>
      </pc:sldChg>
      <pc:sldChg chg="del">
        <pc:chgData name="东 阚" userId="3599d4e495008c55" providerId="LiveId" clId="{54D04F7E-F4F0-4B46-92B4-8BB4DC4D7919}" dt="2024-04-17T17:13:05.780" v="3341" actId="47"/>
        <pc:sldMkLst>
          <pc:docMk/>
          <pc:sldMk cId="0" sldId="467"/>
        </pc:sldMkLst>
      </pc:sldChg>
      <pc:sldChg chg="del">
        <pc:chgData name="东 阚" userId="3599d4e495008c55" providerId="LiveId" clId="{54D04F7E-F4F0-4B46-92B4-8BB4DC4D7919}" dt="2024-04-17T17:13:07.044" v="3342" actId="47"/>
        <pc:sldMkLst>
          <pc:docMk/>
          <pc:sldMk cId="0" sldId="468"/>
        </pc:sldMkLst>
      </pc:sldChg>
      <pc:sldChg chg="del">
        <pc:chgData name="东 阚" userId="3599d4e495008c55" providerId="LiveId" clId="{54D04F7E-F4F0-4B46-92B4-8BB4DC4D7919}" dt="2024-04-17T17:13:09.080" v="3343" actId="47"/>
        <pc:sldMkLst>
          <pc:docMk/>
          <pc:sldMk cId="0" sldId="469"/>
        </pc:sldMkLst>
      </pc:sldChg>
      <pc:sldChg chg="del">
        <pc:chgData name="东 阚" userId="3599d4e495008c55" providerId="LiveId" clId="{54D04F7E-F4F0-4B46-92B4-8BB4DC4D7919}" dt="2024-04-17T17:13:03.823" v="3339" actId="47"/>
        <pc:sldMkLst>
          <pc:docMk/>
          <pc:sldMk cId="0" sldId="470"/>
        </pc:sldMkLst>
      </pc:sldChg>
      <pc:sldChg chg="delSp modSp mod ord">
        <pc:chgData name="东 阚" userId="3599d4e495008c55" providerId="LiveId" clId="{54D04F7E-F4F0-4B46-92B4-8BB4DC4D7919}" dt="2024-04-18T09:05:35.556" v="6365" actId="20577"/>
        <pc:sldMkLst>
          <pc:docMk/>
          <pc:sldMk cId="0" sldId="471"/>
        </pc:sldMkLst>
        <pc:spChg chg="mod">
          <ac:chgData name="东 阚" userId="3599d4e495008c55" providerId="LiveId" clId="{54D04F7E-F4F0-4B46-92B4-8BB4DC4D7919}" dt="2024-04-18T02:23:19.829" v="3614"/>
          <ac:spMkLst>
            <pc:docMk/>
            <pc:sldMk cId="0" sldId="471"/>
            <ac:spMk id="3" creationId="{00000000-0000-0000-0000-000000000000}"/>
          </ac:spMkLst>
        </pc:spChg>
        <pc:spChg chg="mod">
          <ac:chgData name="东 阚" userId="3599d4e495008c55" providerId="LiveId" clId="{54D04F7E-F4F0-4B46-92B4-8BB4DC4D7919}" dt="2024-04-18T09:01:29.118" v="6284" actId="14100"/>
          <ac:spMkLst>
            <pc:docMk/>
            <pc:sldMk cId="0" sldId="471"/>
            <ac:spMk id="4" creationId="{00000000-0000-0000-0000-000000000000}"/>
          </ac:spMkLst>
        </pc:spChg>
        <pc:spChg chg="mod">
          <ac:chgData name="东 阚" userId="3599d4e495008c55" providerId="LiveId" clId="{54D04F7E-F4F0-4B46-92B4-8BB4DC4D7919}" dt="2024-04-18T09:01:32.971" v="6285" actId="14100"/>
          <ac:spMkLst>
            <pc:docMk/>
            <pc:sldMk cId="0" sldId="471"/>
            <ac:spMk id="5" creationId="{00000000-0000-0000-0000-000000000000}"/>
          </ac:spMkLst>
        </pc:spChg>
        <pc:spChg chg="del">
          <ac:chgData name="东 阚" userId="3599d4e495008c55" providerId="LiveId" clId="{54D04F7E-F4F0-4B46-92B4-8BB4DC4D7919}" dt="2024-04-18T02:17:59.677" v="3552" actId="478"/>
          <ac:spMkLst>
            <pc:docMk/>
            <pc:sldMk cId="0" sldId="471"/>
            <ac:spMk id="8" creationId="{00000000-0000-0000-0000-000000000000}"/>
          </ac:spMkLst>
        </pc:spChg>
        <pc:spChg chg="del">
          <ac:chgData name="东 阚" userId="3599d4e495008c55" providerId="LiveId" clId="{54D04F7E-F4F0-4B46-92B4-8BB4DC4D7919}" dt="2024-04-18T02:17:59.677" v="3552" actId="478"/>
          <ac:spMkLst>
            <pc:docMk/>
            <pc:sldMk cId="0" sldId="471"/>
            <ac:spMk id="9" creationId="{00000000-0000-0000-0000-000000000000}"/>
          </ac:spMkLst>
        </pc:spChg>
        <pc:spChg chg="del">
          <ac:chgData name="东 阚" userId="3599d4e495008c55" providerId="LiveId" clId="{54D04F7E-F4F0-4B46-92B4-8BB4DC4D7919}" dt="2024-04-18T02:17:59.677" v="3552" actId="478"/>
          <ac:spMkLst>
            <pc:docMk/>
            <pc:sldMk cId="0" sldId="471"/>
            <ac:spMk id="12" creationId="{00000000-0000-0000-0000-000000000000}"/>
          </ac:spMkLst>
        </pc:spChg>
        <pc:spChg chg="del">
          <ac:chgData name="东 阚" userId="3599d4e495008c55" providerId="LiveId" clId="{54D04F7E-F4F0-4B46-92B4-8BB4DC4D7919}" dt="2024-04-18T02:17:59.677" v="3552" actId="478"/>
          <ac:spMkLst>
            <pc:docMk/>
            <pc:sldMk cId="0" sldId="471"/>
            <ac:spMk id="13" creationId="{00000000-0000-0000-0000-000000000000}"/>
          </ac:spMkLst>
        </pc:spChg>
        <pc:spChg chg="mod ord">
          <ac:chgData name="东 阚" userId="3599d4e495008c55" providerId="LiveId" clId="{54D04F7E-F4F0-4B46-92B4-8BB4DC4D7919}" dt="2024-04-18T09:01:25.512" v="6282" actId="14100"/>
          <ac:spMkLst>
            <pc:docMk/>
            <pc:sldMk cId="0" sldId="471"/>
            <ac:spMk id="21" creationId="{00000000-0000-0000-0000-000000000000}"/>
          </ac:spMkLst>
        </pc:spChg>
        <pc:spChg chg="mod ord">
          <ac:chgData name="东 阚" userId="3599d4e495008c55" providerId="LiveId" clId="{54D04F7E-F4F0-4B46-92B4-8BB4DC4D7919}" dt="2024-04-18T09:01:56.870" v="6315"/>
          <ac:spMkLst>
            <pc:docMk/>
            <pc:sldMk cId="0" sldId="471"/>
            <ac:spMk id="22" creationId="{00000000-0000-0000-0000-000000000000}"/>
          </ac:spMkLst>
        </pc:spChg>
        <pc:spChg chg="mod ord">
          <ac:chgData name="东 阚" userId="3599d4e495008c55" providerId="LiveId" clId="{54D04F7E-F4F0-4B46-92B4-8BB4DC4D7919}" dt="2024-04-18T09:02:09.430" v="6320" actId="14100"/>
          <ac:spMkLst>
            <pc:docMk/>
            <pc:sldMk cId="0" sldId="471"/>
            <ac:spMk id="23" creationId="{00000000-0000-0000-0000-000000000000}"/>
          </ac:spMkLst>
        </pc:spChg>
        <pc:spChg chg="mod ord">
          <ac:chgData name="东 阚" userId="3599d4e495008c55" providerId="LiveId" clId="{54D04F7E-F4F0-4B46-92B4-8BB4DC4D7919}" dt="2024-04-18T09:03:22.630" v="6341" actId="20577"/>
          <ac:spMkLst>
            <pc:docMk/>
            <pc:sldMk cId="0" sldId="471"/>
            <ac:spMk id="24" creationId="{00000000-0000-0000-0000-000000000000}"/>
          </ac:spMkLst>
        </pc:spChg>
        <pc:spChg chg="mod ord">
          <ac:chgData name="东 阚" userId="3599d4e495008c55" providerId="LiveId" clId="{54D04F7E-F4F0-4B46-92B4-8BB4DC4D7919}" dt="2024-04-18T09:02:13.578" v="6322" actId="14100"/>
          <ac:spMkLst>
            <pc:docMk/>
            <pc:sldMk cId="0" sldId="471"/>
            <ac:spMk id="25" creationId="{00000000-0000-0000-0000-000000000000}"/>
          </ac:spMkLst>
        </pc:spChg>
        <pc:spChg chg="mod ord">
          <ac:chgData name="东 阚" userId="3599d4e495008c55" providerId="LiveId" clId="{54D04F7E-F4F0-4B46-92B4-8BB4DC4D7919}" dt="2024-04-18T09:05:14.654" v="6362" actId="20577"/>
          <ac:spMkLst>
            <pc:docMk/>
            <pc:sldMk cId="0" sldId="471"/>
            <ac:spMk id="26" creationId="{00000000-0000-0000-0000-000000000000}"/>
          </ac:spMkLst>
        </pc:spChg>
        <pc:spChg chg="mod ord">
          <ac:chgData name="东 阚" userId="3599d4e495008c55" providerId="LiveId" clId="{54D04F7E-F4F0-4B46-92B4-8BB4DC4D7919}" dt="2024-04-18T09:02:19.321" v="6324" actId="14100"/>
          <ac:spMkLst>
            <pc:docMk/>
            <pc:sldMk cId="0" sldId="471"/>
            <ac:spMk id="27" creationId="{00000000-0000-0000-0000-000000000000}"/>
          </ac:spMkLst>
        </pc:spChg>
        <pc:spChg chg="mod ord">
          <ac:chgData name="东 阚" userId="3599d4e495008c55" providerId="LiveId" clId="{54D04F7E-F4F0-4B46-92B4-8BB4DC4D7919}" dt="2024-04-18T09:05:35.556" v="6365" actId="20577"/>
          <ac:spMkLst>
            <pc:docMk/>
            <pc:sldMk cId="0" sldId="471"/>
            <ac:spMk id="28" creationId="{00000000-0000-0000-0000-000000000000}"/>
          </ac:spMkLst>
        </pc:spChg>
        <pc:spChg chg="mod ord">
          <ac:chgData name="东 阚" userId="3599d4e495008c55" providerId="LiveId" clId="{54D04F7E-F4F0-4B46-92B4-8BB4DC4D7919}" dt="2024-04-18T09:02:01.405" v="6317" actId="14100"/>
          <ac:spMkLst>
            <pc:docMk/>
            <pc:sldMk cId="0" sldId="471"/>
            <ac:spMk id="31" creationId="{00000000-0000-0000-0000-000000000000}"/>
          </ac:spMkLst>
        </pc:spChg>
        <pc:spChg chg="mod ord">
          <ac:chgData name="东 阚" userId="3599d4e495008c55" providerId="LiveId" clId="{54D04F7E-F4F0-4B46-92B4-8BB4DC4D7919}" dt="2024-04-18T09:02:53.461" v="6334" actId="20577"/>
          <ac:spMkLst>
            <pc:docMk/>
            <pc:sldMk cId="0" sldId="471"/>
            <ac:spMk id="32" creationId="{00000000-0000-0000-0000-000000000000}"/>
          </ac:spMkLst>
        </pc:spChg>
        <pc:spChg chg="mod">
          <ac:chgData name="东 阚" userId="3599d4e495008c55" providerId="LiveId" clId="{54D04F7E-F4F0-4B46-92B4-8BB4DC4D7919}" dt="2024-04-18T02:19:43.741" v="3553" actId="1076"/>
          <ac:spMkLst>
            <pc:docMk/>
            <pc:sldMk cId="0" sldId="471"/>
            <ac:spMk id="38" creationId="{00000000-0000-0000-0000-000000000000}"/>
          </ac:spMkLst>
        </pc:spChg>
        <pc:spChg chg="mod">
          <ac:chgData name="东 阚" userId="3599d4e495008c55" providerId="LiveId" clId="{54D04F7E-F4F0-4B46-92B4-8BB4DC4D7919}" dt="2024-04-18T02:19:43.741" v="3553" actId="1076"/>
          <ac:spMkLst>
            <pc:docMk/>
            <pc:sldMk cId="0" sldId="471"/>
            <ac:spMk id="39" creationId="{00000000-0000-0000-0000-000000000000}"/>
          </ac:spMkLst>
        </pc:spChg>
        <pc:spChg chg="mod ord">
          <ac:chgData name="东 阚" userId="3599d4e495008c55" providerId="LiveId" clId="{54D04F7E-F4F0-4B46-92B4-8BB4DC4D7919}" dt="2024-04-18T02:21:08.027" v="3588" actId="167"/>
          <ac:spMkLst>
            <pc:docMk/>
            <pc:sldMk cId="0" sldId="471"/>
            <ac:spMk id="40" creationId="{00000000-0000-0000-0000-000000000000}"/>
          </ac:spMkLst>
        </pc:spChg>
        <pc:spChg chg="mod ord">
          <ac:chgData name="东 阚" userId="3599d4e495008c55" providerId="LiveId" clId="{54D04F7E-F4F0-4B46-92B4-8BB4DC4D7919}" dt="2024-04-18T02:20:09.328" v="3554" actId="167"/>
          <ac:spMkLst>
            <pc:docMk/>
            <pc:sldMk cId="0" sldId="471"/>
            <ac:spMk id="41" creationId="{00000000-0000-0000-0000-000000000000}"/>
          </ac:spMkLst>
        </pc:spChg>
        <pc:spChg chg="mod ord">
          <ac:chgData name="东 阚" userId="3599d4e495008c55" providerId="LiveId" clId="{54D04F7E-F4F0-4B46-92B4-8BB4DC4D7919}" dt="2024-04-18T02:21:08.027" v="3588" actId="167"/>
          <ac:spMkLst>
            <pc:docMk/>
            <pc:sldMk cId="0" sldId="471"/>
            <ac:spMk id="44" creationId="{00000000-0000-0000-0000-000000000000}"/>
          </ac:spMkLst>
        </pc:spChg>
        <pc:spChg chg="mod ord">
          <ac:chgData name="东 阚" userId="3599d4e495008c55" providerId="LiveId" clId="{54D04F7E-F4F0-4B46-92B4-8BB4DC4D7919}" dt="2024-04-18T02:20:28.958" v="3558" actId="167"/>
          <ac:spMkLst>
            <pc:docMk/>
            <pc:sldMk cId="0" sldId="471"/>
            <ac:spMk id="45" creationId="{00000000-0000-0000-0000-000000000000}"/>
          </ac:spMkLst>
        </pc:spChg>
        <pc:spChg chg="mod ord">
          <ac:chgData name="东 阚" userId="3599d4e495008c55" providerId="LiveId" clId="{54D04F7E-F4F0-4B46-92B4-8BB4DC4D7919}" dt="2024-04-18T02:22:24.676" v="3608" actId="167"/>
          <ac:spMkLst>
            <pc:docMk/>
            <pc:sldMk cId="0" sldId="471"/>
            <ac:spMk id="46" creationId="{00000000-0000-0000-0000-000000000000}"/>
          </ac:spMkLst>
        </pc:spChg>
        <pc:spChg chg="mod ord">
          <ac:chgData name="东 阚" userId="3599d4e495008c55" providerId="LiveId" clId="{54D04F7E-F4F0-4B46-92B4-8BB4DC4D7919}" dt="2024-04-18T02:21:13.033" v="3589" actId="167"/>
          <ac:spMkLst>
            <pc:docMk/>
            <pc:sldMk cId="0" sldId="471"/>
            <ac:spMk id="47" creationId="{00000000-0000-0000-0000-000000000000}"/>
          </ac:spMkLst>
        </pc:spChg>
        <pc:spChg chg="mod ord">
          <ac:chgData name="东 阚" userId="3599d4e495008c55" providerId="LiveId" clId="{54D04F7E-F4F0-4B46-92B4-8BB4DC4D7919}" dt="2024-04-18T02:22:24.676" v="3608" actId="167"/>
          <ac:spMkLst>
            <pc:docMk/>
            <pc:sldMk cId="0" sldId="471"/>
            <ac:spMk id="48" creationId="{00000000-0000-0000-0000-000000000000}"/>
          </ac:spMkLst>
        </pc:spChg>
        <pc:spChg chg="mod ord">
          <ac:chgData name="东 阚" userId="3599d4e495008c55" providerId="LiveId" clId="{54D04F7E-F4F0-4B46-92B4-8BB4DC4D7919}" dt="2024-04-18T02:21:15.716" v="3590" actId="167"/>
          <ac:spMkLst>
            <pc:docMk/>
            <pc:sldMk cId="0" sldId="471"/>
            <ac:spMk id="49" creationId="{00000000-0000-0000-0000-000000000000}"/>
          </ac:spMkLst>
        </pc:spChg>
        <pc:spChg chg="mod ord">
          <ac:chgData name="东 阚" userId="3599d4e495008c55" providerId="LiveId" clId="{54D04F7E-F4F0-4B46-92B4-8BB4DC4D7919}" dt="2024-04-18T02:22:24.676" v="3608" actId="167"/>
          <ac:spMkLst>
            <pc:docMk/>
            <pc:sldMk cId="0" sldId="471"/>
            <ac:spMk id="50" creationId="{00000000-0000-0000-0000-000000000000}"/>
          </ac:spMkLst>
        </pc:spChg>
        <pc:spChg chg="mod ord">
          <ac:chgData name="东 阚" userId="3599d4e495008c55" providerId="LiveId" clId="{54D04F7E-F4F0-4B46-92B4-8BB4DC4D7919}" dt="2024-04-18T02:21:19.007" v="3591" actId="167"/>
          <ac:spMkLst>
            <pc:docMk/>
            <pc:sldMk cId="0" sldId="471"/>
            <ac:spMk id="51" creationId="{00000000-0000-0000-0000-000000000000}"/>
          </ac:spMkLst>
        </pc:spChg>
      </pc:sldChg>
      <pc:sldChg chg="addSp delSp modSp mod">
        <pc:chgData name="东 阚" userId="3599d4e495008c55" providerId="LiveId" clId="{54D04F7E-F4F0-4B46-92B4-8BB4DC4D7919}" dt="2024-04-18T11:30:36.458" v="6503"/>
        <pc:sldMkLst>
          <pc:docMk/>
          <pc:sldMk cId="0" sldId="472"/>
        </pc:sldMkLst>
        <pc:spChg chg="mod">
          <ac:chgData name="东 阚" userId="3599d4e495008c55" providerId="LiveId" clId="{54D04F7E-F4F0-4B46-92B4-8BB4DC4D7919}" dt="2024-04-17T17:13:34.087" v="3344"/>
          <ac:spMkLst>
            <pc:docMk/>
            <pc:sldMk cId="0" sldId="472"/>
            <ac:spMk id="3" creationId="{00000000-0000-0000-0000-000000000000}"/>
          </ac:spMkLst>
        </pc:spChg>
        <pc:spChg chg="del">
          <ac:chgData name="东 阚" userId="3599d4e495008c55" providerId="LiveId" clId="{54D04F7E-F4F0-4B46-92B4-8BB4DC4D7919}" dt="2024-04-18T02:32:38.289" v="3772" actId="478"/>
          <ac:spMkLst>
            <pc:docMk/>
            <pc:sldMk cId="0" sldId="472"/>
            <ac:spMk id="4" creationId="{00000000-0000-0000-0000-000000000000}"/>
          </ac:spMkLst>
        </pc:spChg>
        <pc:spChg chg="add del mod">
          <ac:chgData name="东 阚" userId="3599d4e495008c55" providerId="LiveId" clId="{54D04F7E-F4F0-4B46-92B4-8BB4DC4D7919}" dt="2024-04-18T07:07:29.526" v="4139" actId="478"/>
          <ac:spMkLst>
            <pc:docMk/>
            <pc:sldMk cId="0" sldId="472"/>
            <ac:spMk id="5" creationId="{CEB3DBB5-8436-4D99-8EE5-06FDE1F93B2F}"/>
          </ac:spMkLst>
        </pc:spChg>
        <pc:spChg chg="add del mod">
          <ac:chgData name="东 阚" userId="3599d4e495008c55" providerId="LiveId" clId="{54D04F7E-F4F0-4B46-92B4-8BB4DC4D7919}" dt="2024-04-18T07:07:29.062" v="4138" actId="478"/>
          <ac:spMkLst>
            <pc:docMk/>
            <pc:sldMk cId="0" sldId="472"/>
            <ac:spMk id="6" creationId="{B0BFBDD7-3A3E-419D-9BA9-1BF0F15394CF}"/>
          </ac:spMkLst>
        </pc:spChg>
        <pc:spChg chg="del">
          <ac:chgData name="东 阚" userId="3599d4e495008c55" providerId="LiveId" clId="{54D04F7E-F4F0-4B46-92B4-8BB4DC4D7919}" dt="2024-04-18T02:32:38.289" v="3772" actId="478"/>
          <ac:spMkLst>
            <pc:docMk/>
            <pc:sldMk cId="0" sldId="472"/>
            <ac:spMk id="7" creationId="{00000000-0000-0000-0000-000000000000}"/>
          </ac:spMkLst>
        </pc:spChg>
        <pc:spChg chg="add del mod">
          <ac:chgData name="东 阚" userId="3599d4e495008c55" providerId="LiveId" clId="{54D04F7E-F4F0-4B46-92B4-8BB4DC4D7919}" dt="2024-04-18T07:07:29.062" v="4138" actId="478"/>
          <ac:spMkLst>
            <pc:docMk/>
            <pc:sldMk cId="0" sldId="472"/>
            <ac:spMk id="7" creationId="{8FDB06D2-7FD5-4EC9-A84E-6EF2D4FF9A07}"/>
          </ac:spMkLst>
        </pc:spChg>
        <pc:spChg chg="del">
          <ac:chgData name="东 阚" userId="3599d4e495008c55" providerId="LiveId" clId="{54D04F7E-F4F0-4B46-92B4-8BB4DC4D7919}" dt="2024-04-18T02:32:38.289" v="3772" actId="478"/>
          <ac:spMkLst>
            <pc:docMk/>
            <pc:sldMk cId="0" sldId="472"/>
            <ac:spMk id="8" creationId="{00000000-0000-0000-0000-000000000000}"/>
          </ac:spMkLst>
        </pc:spChg>
        <pc:spChg chg="add del mod">
          <ac:chgData name="东 阚" userId="3599d4e495008c55" providerId="LiveId" clId="{54D04F7E-F4F0-4B46-92B4-8BB4DC4D7919}" dt="2024-04-18T07:07:29.062" v="4138" actId="478"/>
          <ac:spMkLst>
            <pc:docMk/>
            <pc:sldMk cId="0" sldId="472"/>
            <ac:spMk id="8" creationId="{71B4CDD9-63A6-4542-B037-A4F0BCC56915}"/>
          </ac:spMkLst>
        </pc:spChg>
        <pc:spChg chg="del">
          <ac:chgData name="东 阚" userId="3599d4e495008c55" providerId="LiveId" clId="{54D04F7E-F4F0-4B46-92B4-8BB4DC4D7919}" dt="2024-04-18T02:32:38.289" v="3772" actId="478"/>
          <ac:spMkLst>
            <pc:docMk/>
            <pc:sldMk cId="0" sldId="472"/>
            <ac:spMk id="9" creationId="{00000000-0000-0000-0000-000000000000}"/>
          </ac:spMkLst>
        </pc:spChg>
        <pc:spChg chg="add del mod">
          <ac:chgData name="东 阚" userId="3599d4e495008c55" providerId="LiveId" clId="{54D04F7E-F4F0-4B46-92B4-8BB4DC4D7919}" dt="2024-04-18T07:07:29.062" v="4138" actId="478"/>
          <ac:spMkLst>
            <pc:docMk/>
            <pc:sldMk cId="0" sldId="472"/>
            <ac:spMk id="9" creationId="{C6178AD8-5397-4E85-AA58-447BDDA123A5}"/>
          </ac:spMkLst>
        </pc:spChg>
        <pc:spChg chg="add del mod">
          <ac:chgData name="东 阚" userId="3599d4e495008c55" providerId="LiveId" clId="{54D04F7E-F4F0-4B46-92B4-8BB4DC4D7919}" dt="2024-04-18T07:07:29.062" v="4138" actId="478"/>
          <ac:spMkLst>
            <pc:docMk/>
            <pc:sldMk cId="0" sldId="472"/>
            <ac:spMk id="10" creationId="{62B25FA8-742F-407E-A301-E6842C7DE2E7}"/>
          </ac:spMkLst>
        </pc:spChg>
        <pc:spChg chg="add mod">
          <ac:chgData name="东 阚" userId="3599d4e495008c55" providerId="LiveId" clId="{54D04F7E-F4F0-4B46-92B4-8BB4DC4D7919}" dt="2024-04-18T11:30:36.458" v="6503"/>
          <ac:spMkLst>
            <pc:docMk/>
            <pc:sldMk cId="0" sldId="472"/>
            <ac:spMk id="11" creationId="{C7E85BC9-D625-471C-842C-FD5D3DD1E848}"/>
          </ac:spMkLst>
        </pc:spChg>
        <pc:picChg chg="add mod">
          <ac:chgData name="东 阚" userId="3599d4e495008c55" providerId="LiveId" clId="{54D04F7E-F4F0-4B46-92B4-8BB4DC4D7919}" dt="2024-04-18T07:08:16.293" v="4153" actId="1076"/>
          <ac:picMkLst>
            <pc:docMk/>
            <pc:sldMk cId="0" sldId="472"/>
            <ac:picMk id="4" creationId="{A47EA5C6-3803-4E91-B03A-ED365405B59C}"/>
          </ac:picMkLst>
        </pc:picChg>
        <pc:picChg chg="del">
          <ac:chgData name="东 阚" userId="3599d4e495008c55" providerId="LiveId" clId="{54D04F7E-F4F0-4B46-92B4-8BB4DC4D7919}" dt="2024-04-18T02:32:38.289" v="3772" actId="478"/>
          <ac:picMkLst>
            <pc:docMk/>
            <pc:sldMk cId="0" sldId="472"/>
            <ac:picMk id="6" creationId="{00000000-0000-0000-0000-000000000000}"/>
          </ac:picMkLst>
        </pc:picChg>
      </pc:sldChg>
      <pc:sldChg chg="mod ord modShow">
        <pc:chgData name="东 阚" userId="3599d4e495008c55" providerId="LiveId" clId="{54D04F7E-F4F0-4B46-92B4-8BB4DC4D7919}" dt="2024-04-18T07:33:17.363" v="4794"/>
        <pc:sldMkLst>
          <pc:docMk/>
          <pc:sldMk cId="272481146" sldId="474"/>
        </pc:sldMkLst>
      </pc:sldChg>
      <pc:sldChg chg="addSp delSp modSp mod modNotesTx">
        <pc:chgData name="东 阚" userId="3599d4e495008c55" providerId="LiveId" clId="{54D04F7E-F4F0-4B46-92B4-8BB4DC4D7919}" dt="2024-04-18T07:35:10.559" v="4800"/>
        <pc:sldMkLst>
          <pc:docMk/>
          <pc:sldMk cId="4288220314" sldId="475"/>
        </pc:sldMkLst>
        <pc:spChg chg="mod">
          <ac:chgData name="东 阚" userId="3599d4e495008c55" providerId="LiveId" clId="{54D04F7E-F4F0-4B46-92B4-8BB4DC4D7919}" dt="2024-04-17T17:06:58.194" v="3158" actId="12"/>
          <ac:spMkLst>
            <pc:docMk/>
            <pc:sldMk cId="4288220314" sldId="475"/>
            <ac:spMk id="6" creationId="{3A1888B5-48C1-4F2B-92AB-0E70AEC04110}"/>
          </ac:spMkLst>
        </pc:spChg>
        <pc:cxnChg chg="add del mod">
          <ac:chgData name="东 阚" userId="3599d4e495008c55" providerId="LiveId" clId="{54D04F7E-F4F0-4B46-92B4-8BB4DC4D7919}" dt="2024-04-17T08:51:02.978" v="296"/>
          <ac:cxnSpMkLst>
            <pc:docMk/>
            <pc:sldMk cId="4288220314" sldId="475"/>
            <ac:cxnSpMk id="5" creationId="{247D0261-2244-4CE8-84B6-BA3EB460EAA2}"/>
          </ac:cxnSpMkLst>
        </pc:cxnChg>
      </pc:sldChg>
      <pc:sldChg chg="modSp mod modNotesTx">
        <pc:chgData name="东 阚" userId="3599d4e495008c55" providerId="LiveId" clId="{54D04F7E-F4F0-4B46-92B4-8BB4DC4D7919}" dt="2024-04-18T11:05:33.904" v="6462" actId="20577"/>
        <pc:sldMkLst>
          <pc:docMk/>
          <pc:sldMk cId="2042330573" sldId="476"/>
        </pc:sldMkLst>
        <pc:spChg chg="mod">
          <ac:chgData name="东 阚" userId="3599d4e495008c55" providerId="LiveId" clId="{54D04F7E-F4F0-4B46-92B4-8BB4DC4D7919}" dt="2024-04-18T08:18:24.473" v="5055" actId="20577"/>
          <ac:spMkLst>
            <pc:docMk/>
            <pc:sldMk cId="2042330573" sldId="476"/>
            <ac:spMk id="6" creationId="{C60D351E-7DC3-45CB-9A5E-152D663EEC67}"/>
          </ac:spMkLst>
        </pc:spChg>
      </pc:sldChg>
      <pc:sldChg chg="modNotesTx">
        <pc:chgData name="东 阚" userId="3599d4e495008c55" providerId="LiveId" clId="{54D04F7E-F4F0-4B46-92B4-8BB4DC4D7919}" dt="2024-04-18T07:40:09.384" v="5020" actId="20577"/>
        <pc:sldMkLst>
          <pc:docMk/>
          <pc:sldMk cId="3274686346" sldId="477"/>
        </pc:sldMkLst>
      </pc:sldChg>
      <pc:sldChg chg="modSp mod modAnim modNotesTx">
        <pc:chgData name="东 阚" userId="3599d4e495008c55" providerId="LiveId" clId="{54D04F7E-F4F0-4B46-92B4-8BB4DC4D7919}" dt="2024-04-18T08:20:07.343" v="5294" actId="20577"/>
        <pc:sldMkLst>
          <pc:docMk/>
          <pc:sldMk cId="3794052198" sldId="478"/>
        </pc:sldMkLst>
        <pc:spChg chg="mod">
          <ac:chgData name="东 阚" userId="3599d4e495008c55" providerId="LiveId" clId="{54D04F7E-F4F0-4B46-92B4-8BB4DC4D7919}" dt="2024-04-17T17:06:16.955" v="3153" actId="12"/>
          <ac:spMkLst>
            <pc:docMk/>
            <pc:sldMk cId="3794052198" sldId="478"/>
            <ac:spMk id="34" creationId="{FD45D1D4-086F-4405-A06F-C8B9DE6E9A1B}"/>
          </ac:spMkLst>
        </pc:spChg>
      </pc:sldChg>
      <pc:sldChg chg="del">
        <pc:chgData name="东 阚" userId="3599d4e495008c55" providerId="LiveId" clId="{54D04F7E-F4F0-4B46-92B4-8BB4DC4D7919}" dt="2024-04-17T08:30:07.026" v="89"/>
        <pc:sldMkLst>
          <pc:docMk/>
          <pc:sldMk cId="1756470345" sldId="479"/>
        </pc:sldMkLst>
      </pc:sldChg>
      <pc:sldChg chg="addSp delSp modSp mod delAnim modAnim modNotesTx">
        <pc:chgData name="东 阚" userId="3599d4e495008c55" providerId="LiveId" clId="{54D04F7E-F4F0-4B46-92B4-8BB4DC4D7919}" dt="2024-04-18T08:29:42.324" v="5632"/>
        <pc:sldMkLst>
          <pc:docMk/>
          <pc:sldMk cId="4078742644" sldId="479"/>
        </pc:sldMkLst>
        <pc:spChg chg="mod">
          <ac:chgData name="东 阚" userId="3599d4e495008c55" providerId="LiveId" clId="{54D04F7E-F4F0-4B46-92B4-8BB4DC4D7919}" dt="2024-04-17T08:35:32.555" v="152" actId="20577"/>
          <ac:spMkLst>
            <pc:docMk/>
            <pc:sldMk cId="4078742644" sldId="479"/>
            <ac:spMk id="4" creationId="{8890BD1A-AD05-49F5-9D36-3B9E9782B029}"/>
          </ac:spMkLst>
        </pc:spChg>
        <pc:spChg chg="add mod">
          <ac:chgData name="东 阚" userId="3599d4e495008c55" providerId="LiveId" clId="{54D04F7E-F4F0-4B46-92B4-8BB4DC4D7919}" dt="2024-04-18T08:29:34.427" v="5629" actId="108"/>
          <ac:spMkLst>
            <pc:docMk/>
            <pc:sldMk cId="4078742644" sldId="479"/>
            <ac:spMk id="15" creationId="{3E076B04-E5AB-4188-931C-D69894F9C2C7}"/>
          </ac:spMkLst>
        </pc:spChg>
        <pc:spChg chg="add del mod">
          <ac:chgData name="东 阚" userId="3599d4e495008c55" providerId="LiveId" clId="{54D04F7E-F4F0-4B46-92B4-8BB4DC4D7919}" dt="2024-04-17T09:05:39.370" v="438" actId="478"/>
          <ac:spMkLst>
            <pc:docMk/>
            <pc:sldMk cId="4078742644" sldId="479"/>
            <ac:spMk id="18" creationId="{65E89908-6750-45DC-B409-7623DB2CB44A}"/>
          </ac:spMkLst>
        </pc:spChg>
        <pc:spChg chg="add del mod">
          <ac:chgData name="东 阚" userId="3599d4e495008c55" providerId="LiveId" clId="{54D04F7E-F4F0-4B46-92B4-8BB4DC4D7919}" dt="2024-04-17T09:05:45.400" v="440" actId="478"/>
          <ac:spMkLst>
            <pc:docMk/>
            <pc:sldMk cId="4078742644" sldId="479"/>
            <ac:spMk id="21" creationId="{892DF07A-0AD1-4A24-8772-1180723332A9}"/>
          </ac:spMkLst>
        </pc:spChg>
        <pc:spChg chg="add mod">
          <ac:chgData name="东 阚" userId="3599d4e495008c55" providerId="LiveId" clId="{54D04F7E-F4F0-4B46-92B4-8BB4DC4D7919}" dt="2024-04-17T09:05:39.751" v="439"/>
          <ac:spMkLst>
            <pc:docMk/>
            <pc:sldMk cId="4078742644" sldId="479"/>
            <ac:spMk id="28" creationId="{FC1C1543-01B7-4720-B7B9-E06A121DE1E9}"/>
          </ac:spMkLst>
        </pc:spChg>
        <pc:spChg chg="add del mod">
          <ac:chgData name="东 阚" userId="3599d4e495008c55" providerId="LiveId" clId="{54D04F7E-F4F0-4B46-92B4-8BB4DC4D7919}" dt="2024-04-18T08:29:22.182" v="5626" actId="478"/>
          <ac:spMkLst>
            <pc:docMk/>
            <pc:sldMk cId="4078742644" sldId="479"/>
            <ac:spMk id="30" creationId="{0B92DE67-152F-428E-A7DA-91BF903646C0}"/>
          </ac:spMkLst>
        </pc:spChg>
        <pc:picChg chg="del">
          <ac:chgData name="东 阚" userId="3599d4e495008c55" providerId="LiveId" clId="{54D04F7E-F4F0-4B46-92B4-8BB4DC4D7919}" dt="2024-04-17T08:35:29.565" v="149" actId="478"/>
          <ac:picMkLst>
            <pc:docMk/>
            <pc:sldMk cId="4078742644" sldId="479"/>
            <ac:picMk id="6" creationId="{C10BD659-5324-4135-94CC-6D89CC8061A2}"/>
          </ac:picMkLst>
        </pc:picChg>
        <pc:picChg chg="add mod">
          <ac:chgData name="东 阚" userId="3599d4e495008c55" providerId="LiveId" clId="{54D04F7E-F4F0-4B46-92B4-8BB4DC4D7919}" dt="2024-04-17T08:51:40.747" v="313" actId="1035"/>
          <ac:picMkLst>
            <pc:docMk/>
            <pc:sldMk cId="4078742644" sldId="479"/>
            <ac:picMk id="7" creationId="{846F1437-F85C-4F7B-9C35-FBDA86750D43}"/>
          </ac:picMkLst>
        </pc:picChg>
        <pc:picChg chg="add mod">
          <ac:chgData name="东 阚" userId="3599d4e495008c55" providerId="LiveId" clId="{54D04F7E-F4F0-4B46-92B4-8BB4DC4D7919}" dt="2024-04-17T08:51:40.747" v="313" actId="1035"/>
          <ac:picMkLst>
            <pc:docMk/>
            <pc:sldMk cId="4078742644" sldId="479"/>
            <ac:picMk id="9" creationId="{CD7DAD4E-D832-4E0D-B232-1EE8D51644F2}"/>
          </ac:picMkLst>
        </pc:picChg>
        <pc:picChg chg="add mod">
          <ac:chgData name="东 阚" userId="3599d4e495008c55" providerId="LiveId" clId="{54D04F7E-F4F0-4B46-92B4-8BB4DC4D7919}" dt="2024-04-17T08:51:40.747" v="313" actId="1035"/>
          <ac:picMkLst>
            <pc:docMk/>
            <pc:sldMk cId="4078742644" sldId="479"/>
            <ac:picMk id="11" creationId="{10C2D428-1F79-47D9-A83C-C308D36F8265}"/>
          </ac:picMkLst>
        </pc:picChg>
        <pc:picChg chg="del">
          <ac:chgData name="东 阚" userId="3599d4e495008c55" providerId="LiveId" clId="{54D04F7E-F4F0-4B46-92B4-8BB4DC4D7919}" dt="2024-04-17T08:35:30.220" v="150" actId="478"/>
          <ac:picMkLst>
            <pc:docMk/>
            <pc:sldMk cId="4078742644" sldId="479"/>
            <ac:picMk id="13" creationId="{1D0D0F01-DD3B-43DD-BA71-A00EE1B5782A}"/>
          </ac:picMkLst>
        </pc:picChg>
        <pc:picChg chg="add mod">
          <ac:chgData name="东 阚" userId="3599d4e495008c55" providerId="LiveId" clId="{54D04F7E-F4F0-4B46-92B4-8BB4DC4D7919}" dt="2024-04-17T08:52:12.231" v="328" actId="1035"/>
          <ac:picMkLst>
            <pc:docMk/>
            <pc:sldMk cId="4078742644" sldId="479"/>
            <ac:picMk id="14" creationId="{3F54D24B-381A-4F18-96A1-2F294ED54BF4}"/>
          </ac:picMkLst>
        </pc:picChg>
        <pc:picChg chg="del">
          <ac:chgData name="东 阚" userId="3599d4e495008c55" providerId="LiveId" clId="{54D04F7E-F4F0-4B46-92B4-8BB4DC4D7919}" dt="2024-04-17T08:35:30.720" v="151" actId="478"/>
          <ac:picMkLst>
            <pc:docMk/>
            <pc:sldMk cId="4078742644" sldId="479"/>
            <ac:picMk id="17" creationId="{F232AE62-3321-41B2-A150-61C14B306187}"/>
          </ac:picMkLst>
        </pc:picChg>
        <pc:picChg chg="del">
          <ac:chgData name="东 阚" userId="3599d4e495008c55" providerId="LiveId" clId="{54D04F7E-F4F0-4B46-92B4-8BB4DC4D7919}" dt="2024-04-17T08:35:26.900" v="147" actId="478"/>
          <ac:picMkLst>
            <pc:docMk/>
            <pc:sldMk cId="4078742644" sldId="479"/>
            <ac:picMk id="19" creationId="{0E2C1D7E-B53D-42EA-8D2F-46FE5B81400B}"/>
          </ac:picMkLst>
        </pc:picChg>
        <pc:picChg chg="add mod">
          <ac:chgData name="东 阚" userId="3599d4e495008c55" providerId="LiveId" clId="{54D04F7E-F4F0-4B46-92B4-8BB4DC4D7919}" dt="2024-04-17T08:52:25.928" v="339" actId="1076"/>
          <ac:picMkLst>
            <pc:docMk/>
            <pc:sldMk cId="4078742644" sldId="479"/>
            <ac:picMk id="26" creationId="{93981F52-F77F-4522-901E-19AD0548D463}"/>
          </ac:picMkLst>
        </pc:picChg>
        <pc:cxnChg chg="add del mod">
          <ac:chgData name="东 阚" userId="3599d4e495008c55" providerId="LiveId" clId="{54D04F7E-F4F0-4B46-92B4-8BB4DC4D7919}" dt="2024-04-17T09:05:39.370" v="438" actId="478"/>
          <ac:cxnSpMkLst>
            <pc:docMk/>
            <pc:sldMk cId="4078742644" sldId="479"/>
            <ac:cxnSpMk id="20" creationId="{69F8D955-736C-474A-8977-EA118492B1A7}"/>
          </ac:cxnSpMkLst>
        </pc:cxnChg>
        <pc:cxnChg chg="add mod">
          <ac:chgData name="东 阚" userId="3599d4e495008c55" providerId="LiveId" clId="{54D04F7E-F4F0-4B46-92B4-8BB4DC4D7919}" dt="2024-04-17T08:52:15.243" v="332" actId="1036"/>
          <ac:cxnSpMkLst>
            <pc:docMk/>
            <pc:sldMk cId="4078742644" sldId="479"/>
            <ac:cxnSpMk id="22" creationId="{0A161270-45F9-4811-8116-85DC75DB3F88}"/>
          </ac:cxnSpMkLst>
        </pc:cxnChg>
        <pc:cxnChg chg="add del mod">
          <ac:chgData name="东 阚" userId="3599d4e495008c55" providerId="LiveId" clId="{54D04F7E-F4F0-4B46-92B4-8BB4DC4D7919}" dt="2024-04-17T08:51:29.089" v="302" actId="478"/>
          <ac:cxnSpMkLst>
            <pc:docMk/>
            <pc:sldMk cId="4078742644" sldId="479"/>
            <ac:cxnSpMk id="24" creationId="{A0C6B447-7E7E-47FD-BA94-F7535C5BA8DA}"/>
          </ac:cxnSpMkLst>
        </pc:cxnChg>
        <pc:cxnChg chg="add mod">
          <ac:chgData name="东 阚" userId="3599d4e495008c55" providerId="LiveId" clId="{54D04F7E-F4F0-4B46-92B4-8BB4DC4D7919}" dt="2024-04-17T08:52:20.481" v="337" actId="1035"/>
          <ac:cxnSpMkLst>
            <pc:docMk/>
            <pc:sldMk cId="4078742644" sldId="479"/>
            <ac:cxnSpMk id="27" creationId="{659B7A2E-3D31-4C53-8DFF-2BA7482448CE}"/>
          </ac:cxnSpMkLst>
        </pc:cxnChg>
        <pc:cxnChg chg="add mod">
          <ac:chgData name="东 阚" userId="3599d4e495008c55" providerId="LiveId" clId="{54D04F7E-F4F0-4B46-92B4-8BB4DC4D7919}" dt="2024-04-17T09:05:39.751" v="439"/>
          <ac:cxnSpMkLst>
            <pc:docMk/>
            <pc:sldMk cId="4078742644" sldId="479"/>
            <ac:cxnSpMk id="29" creationId="{8C573B66-0026-422C-A7CE-220D88B8ABFF}"/>
          </ac:cxnSpMkLst>
        </pc:cxnChg>
      </pc:sldChg>
      <pc:sldChg chg="addSp delSp modSp mod modNotesTx">
        <pc:chgData name="东 阚" userId="3599d4e495008c55" providerId="LiveId" clId="{54D04F7E-F4F0-4B46-92B4-8BB4DC4D7919}" dt="2024-04-18T08:30:31.211" v="5643" actId="20577"/>
        <pc:sldMkLst>
          <pc:docMk/>
          <pc:sldMk cId="1824316880" sldId="480"/>
        </pc:sldMkLst>
        <pc:spChg chg="mod">
          <ac:chgData name="东 阚" userId="3599d4e495008c55" providerId="LiveId" clId="{54D04F7E-F4F0-4B46-92B4-8BB4DC4D7919}" dt="2024-04-17T08:35:43.276" v="159" actId="20577"/>
          <ac:spMkLst>
            <pc:docMk/>
            <pc:sldMk cId="1824316880" sldId="480"/>
            <ac:spMk id="4" creationId="{8890BD1A-AD05-49F5-9D36-3B9E9782B029}"/>
          </ac:spMkLst>
        </pc:spChg>
        <pc:spChg chg="add del mod">
          <ac:chgData name="东 阚" userId="3599d4e495008c55" providerId="LiveId" clId="{54D04F7E-F4F0-4B46-92B4-8BB4DC4D7919}" dt="2024-04-17T09:05:10.389" v="432" actId="478"/>
          <ac:spMkLst>
            <pc:docMk/>
            <pc:sldMk cId="1824316880" sldId="480"/>
            <ac:spMk id="14" creationId="{C9564B77-E55A-41DC-8650-6C6F1597276E}"/>
          </ac:spMkLst>
        </pc:spChg>
        <pc:spChg chg="add del mod">
          <ac:chgData name="东 阚" userId="3599d4e495008c55" providerId="LiveId" clId="{54D04F7E-F4F0-4B46-92B4-8BB4DC4D7919}" dt="2024-04-17T09:05:10.389" v="432" actId="478"/>
          <ac:spMkLst>
            <pc:docMk/>
            <pc:sldMk cId="1824316880" sldId="480"/>
            <ac:spMk id="16" creationId="{B1664147-F705-40BC-A216-396262B3947A}"/>
          </ac:spMkLst>
        </pc:spChg>
        <pc:spChg chg="add del mod">
          <ac:chgData name="东 阚" userId="3599d4e495008c55" providerId="LiveId" clId="{54D04F7E-F4F0-4B46-92B4-8BB4DC4D7919}" dt="2024-04-17T09:05:49.228" v="443"/>
          <ac:spMkLst>
            <pc:docMk/>
            <pc:sldMk cId="1824316880" sldId="480"/>
            <ac:spMk id="22" creationId="{9F7A9513-DCA5-4055-8C6C-7A9DEADCAF76}"/>
          </ac:spMkLst>
        </pc:spChg>
        <pc:spChg chg="add mod">
          <ac:chgData name="东 阚" userId="3599d4e495008c55" providerId="LiveId" clId="{54D04F7E-F4F0-4B46-92B4-8BB4DC4D7919}" dt="2024-04-17T09:06:03.558" v="447" actId="692"/>
          <ac:spMkLst>
            <pc:docMk/>
            <pc:sldMk cId="1824316880" sldId="480"/>
            <ac:spMk id="23" creationId="{A862233D-57A3-4D0B-90E5-A1245BE91B0B}"/>
          </ac:spMkLst>
        </pc:spChg>
        <pc:spChg chg="add mod">
          <ac:chgData name="东 阚" userId="3599d4e495008c55" providerId="LiveId" clId="{54D04F7E-F4F0-4B46-92B4-8BB4DC4D7919}" dt="2024-04-18T08:29:06.449" v="5622" actId="404"/>
          <ac:spMkLst>
            <pc:docMk/>
            <pc:sldMk cId="1824316880" sldId="480"/>
            <ac:spMk id="24" creationId="{FB5B4C9B-F554-462A-83EB-05A12699A631}"/>
          </ac:spMkLst>
        </pc:spChg>
        <pc:picChg chg="del">
          <ac:chgData name="东 阚" userId="3599d4e495008c55" providerId="LiveId" clId="{54D04F7E-F4F0-4B46-92B4-8BB4DC4D7919}" dt="2024-04-17T08:35:37.726" v="154" actId="478"/>
          <ac:picMkLst>
            <pc:docMk/>
            <pc:sldMk cId="1824316880" sldId="480"/>
            <ac:picMk id="6" creationId="{C10BD659-5324-4135-94CC-6D89CC8061A2}"/>
          </ac:picMkLst>
        </pc:picChg>
        <pc:picChg chg="add mod">
          <ac:chgData name="东 阚" userId="3599d4e495008c55" providerId="LiveId" clId="{54D04F7E-F4F0-4B46-92B4-8BB4DC4D7919}" dt="2024-04-17T09:05:26.720" v="437" actId="1076"/>
          <ac:picMkLst>
            <pc:docMk/>
            <pc:sldMk cId="1824316880" sldId="480"/>
            <ac:picMk id="7" creationId="{B6BA0460-5AEB-4085-9031-7AA2385263A2}"/>
          </ac:picMkLst>
        </pc:picChg>
        <pc:picChg chg="add mod">
          <ac:chgData name="东 阚" userId="3599d4e495008c55" providerId="LiveId" clId="{54D04F7E-F4F0-4B46-92B4-8BB4DC4D7919}" dt="2024-04-17T09:04:17.165" v="429"/>
          <ac:picMkLst>
            <pc:docMk/>
            <pc:sldMk cId="1824316880" sldId="480"/>
            <ac:picMk id="9" creationId="{7FDCF4D2-22C1-40A8-B36B-646C1AE55E0F}"/>
          </ac:picMkLst>
        </pc:picChg>
        <pc:picChg chg="add mod">
          <ac:chgData name="东 阚" userId="3599d4e495008c55" providerId="LiveId" clId="{54D04F7E-F4F0-4B46-92B4-8BB4DC4D7919}" dt="2024-04-17T09:04:17.165" v="429"/>
          <ac:picMkLst>
            <pc:docMk/>
            <pc:sldMk cId="1824316880" sldId="480"/>
            <ac:picMk id="10" creationId="{39A55237-A2F3-46A7-BECF-539A53CDD196}"/>
          </ac:picMkLst>
        </pc:picChg>
        <pc:picChg chg="add mod">
          <ac:chgData name="东 阚" userId="3599d4e495008c55" providerId="LiveId" clId="{54D04F7E-F4F0-4B46-92B4-8BB4DC4D7919}" dt="2024-04-17T09:04:17.165" v="429"/>
          <ac:picMkLst>
            <pc:docMk/>
            <pc:sldMk cId="1824316880" sldId="480"/>
            <ac:picMk id="11" creationId="{E6F6A6EE-29CB-4502-B124-985930311214}"/>
          </ac:picMkLst>
        </pc:picChg>
        <pc:picChg chg="add del mod">
          <ac:chgData name="东 阚" userId="3599d4e495008c55" providerId="LiveId" clId="{54D04F7E-F4F0-4B46-92B4-8BB4DC4D7919}" dt="2024-04-17T09:05:10.389" v="432" actId="478"/>
          <ac:picMkLst>
            <pc:docMk/>
            <pc:sldMk cId="1824316880" sldId="480"/>
            <ac:picMk id="12" creationId="{1F0CC9B7-BA4C-4FFC-ADA9-37A19EE078F3}"/>
          </ac:picMkLst>
        </pc:picChg>
        <pc:picChg chg="del">
          <ac:chgData name="东 阚" userId="3599d4e495008c55" providerId="LiveId" clId="{54D04F7E-F4F0-4B46-92B4-8BB4DC4D7919}" dt="2024-04-17T08:35:38.023" v="155" actId="478"/>
          <ac:picMkLst>
            <pc:docMk/>
            <pc:sldMk cId="1824316880" sldId="480"/>
            <ac:picMk id="13" creationId="{1D0D0F01-DD3B-43DD-BA71-A00EE1B5782A}"/>
          </ac:picMkLst>
        </pc:picChg>
        <pc:picChg chg="del">
          <ac:chgData name="东 阚" userId="3599d4e495008c55" providerId="LiveId" clId="{54D04F7E-F4F0-4B46-92B4-8BB4DC4D7919}" dt="2024-04-17T08:35:38.406" v="156" actId="478"/>
          <ac:picMkLst>
            <pc:docMk/>
            <pc:sldMk cId="1824316880" sldId="480"/>
            <ac:picMk id="17" creationId="{F232AE62-3321-41B2-A150-61C14B306187}"/>
          </ac:picMkLst>
        </pc:picChg>
        <pc:picChg chg="del">
          <ac:chgData name="东 阚" userId="3599d4e495008c55" providerId="LiveId" clId="{54D04F7E-F4F0-4B46-92B4-8BB4DC4D7919}" dt="2024-04-17T08:35:36.944" v="153" actId="478"/>
          <ac:picMkLst>
            <pc:docMk/>
            <pc:sldMk cId="1824316880" sldId="480"/>
            <ac:picMk id="19" creationId="{0E2C1D7E-B53D-42EA-8D2F-46FE5B81400B}"/>
          </ac:picMkLst>
        </pc:picChg>
        <pc:picChg chg="add mod">
          <ac:chgData name="东 阚" userId="3599d4e495008c55" providerId="LiveId" clId="{54D04F7E-F4F0-4B46-92B4-8BB4DC4D7919}" dt="2024-04-17T09:04:17.165" v="429"/>
          <ac:picMkLst>
            <pc:docMk/>
            <pc:sldMk cId="1824316880" sldId="480"/>
            <ac:picMk id="20" creationId="{D0A3329E-B3B4-4717-B4A0-82C22B27059C}"/>
          </ac:picMkLst>
        </pc:picChg>
        <pc:cxnChg chg="add del mod">
          <ac:chgData name="东 阚" userId="3599d4e495008c55" providerId="LiveId" clId="{54D04F7E-F4F0-4B46-92B4-8BB4DC4D7919}" dt="2024-04-17T09:05:10.389" v="432" actId="478"/>
          <ac:cxnSpMkLst>
            <pc:docMk/>
            <pc:sldMk cId="1824316880" sldId="480"/>
            <ac:cxnSpMk id="15" creationId="{FE467315-213F-4E8E-9D19-AF6347AB500C}"/>
          </ac:cxnSpMkLst>
        </pc:cxnChg>
        <pc:cxnChg chg="add del mod">
          <ac:chgData name="东 阚" userId="3599d4e495008c55" providerId="LiveId" clId="{54D04F7E-F4F0-4B46-92B4-8BB4DC4D7919}" dt="2024-04-17T09:05:07.723" v="431" actId="478"/>
          <ac:cxnSpMkLst>
            <pc:docMk/>
            <pc:sldMk cId="1824316880" sldId="480"/>
            <ac:cxnSpMk id="18" creationId="{176BD469-5A03-4675-85FA-8775979451EF}"/>
          </ac:cxnSpMkLst>
        </pc:cxnChg>
        <pc:cxnChg chg="add mod">
          <ac:chgData name="东 阚" userId="3599d4e495008c55" providerId="LiveId" clId="{54D04F7E-F4F0-4B46-92B4-8BB4DC4D7919}" dt="2024-04-17T09:04:17.165" v="429"/>
          <ac:cxnSpMkLst>
            <pc:docMk/>
            <pc:sldMk cId="1824316880" sldId="480"/>
            <ac:cxnSpMk id="21" creationId="{A88F4A17-175E-4BFE-8406-51963DB89C58}"/>
          </ac:cxnSpMkLst>
        </pc:cxnChg>
        <pc:cxnChg chg="add mod">
          <ac:chgData name="东 阚" userId="3599d4e495008c55" providerId="LiveId" clId="{54D04F7E-F4F0-4B46-92B4-8BB4DC4D7919}" dt="2024-04-17T09:07:36.306" v="489" actId="692"/>
          <ac:cxnSpMkLst>
            <pc:docMk/>
            <pc:sldMk cId="1824316880" sldId="480"/>
            <ac:cxnSpMk id="25" creationId="{09BB8BB6-0B90-49E2-8545-12E82E4E05A9}"/>
          </ac:cxnSpMkLst>
        </pc:cxnChg>
      </pc:sldChg>
      <pc:sldChg chg="add del">
        <pc:chgData name="东 阚" userId="3599d4e495008c55" providerId="LiveId" clId="{54D04F7E-F4F0-4B46-92B4-8BB4DC4D7919}" dt="2024-04-17T09:00:20.552" v="341"/>
        <pc:sldMkLst>
          <pc:docMk/>
          <pc:sldMk cId="385297024" sldId="481"/>
        </pc:sldMkLst>
      </pc:sldChg>
      <pc:sldChg chg="addSp modSp mod modTransition modNotesTx">
        <pc:chgData name="东 阚" userId="3599d4e495008c55" providerId="LiveId" clId="{54D04F7E-F4F0-4B46-92B4-8BB4DC4D7919}" dt="2024-04-18T08:29:13.722" v="5624" actId="404"/>
        <pc:sldMkLst>
          <pc:docMk/>
          <pc:sldMk cId="4154796715" sldId="481"/>
        </pc:sldMkLst>
        <pc:spChg chg="add mod ord">
          <ac:chgData name="东 阚" userId="3599d4e495008c55" providerId="LiveId" clId="{54D04F7E-F4F0-4B46-92B4-8BB4DC4D7919}" dt="2024-04-17T09:01:48.665" v="393" actId="207"/>
          <ac:spMkLst>
            <pc:docMk/>
            <pc:sldMk cId="4154796715" sldId="481"/>
            <ac:spMk id="15" creationId="{45061D59-A2F3-49CB-A114-4311D756B6E1}"/>
          </ac:spMkLst>
        </pc:spChg>
        <pc:spChg chg="add mod">
          <ac:chgData name="东 阚" userId="3599d4e495008c55" providerId="LiveId" clId="{54D04F7E-F4F0-4B46-92B4-8BB4DC4D7919}" dt="2024-04-17T09:01:45.143" v="392" actId="207"/>
          <ac:spMkLst>
            <pc:docMk/>
            <pc:sldMk cId="4154796715" sldId="481"/>
            <ac:spMk id="16" creationId="{7E1E9FD5-E01D-49E5-8445-6D2F3077B334}"/>
          </ac:spMkLst>
        </pc:spChg>
        <pc:spChg chg="add mod">
          <ac:chgData name="东 阚" userId="3599d4e495008c55" providerId="LiveId" clId="{54D04F7E-F4F0-4B46-92B4-8BB4DC4D7919}" dt="2024-04-18T08:29:13.722" v="5624" actId="404"/>
          <ac:spMkLst>
            <pc:docMk/>
            <pc:sldMk cId="4154796715" sldId="481"/>
            <ac:spMk id="17" creationId="{CC068C43-CE6C-49D3-A4C5-A6D584FA1543}"/>
          </ac:spMkLst>
        </pc:spChg>
        <pc:spChg chg="mod">
          <ac:chgData name="东 阚" userId="3599d4e495008c55" providerId="LiveId" clId="{54D04F7E-F4F0-4B46-92B4-8BB4DC4D7919}" dt="2024-04-17T09:03:43.058" v="424" actId="692"/>
          <ac:spMkLst>
            <pc:docMk/>
            <pc:sldMk cId="4154796715" sldId="481"/>
            <ac:spMk id="18" creationId="{65E89908-6750-45DC-B409-7623DB2CB44A}"/>
          </ac:spMkLst>
        </pc:spChg>
        <pc:spChg chg="mod">
          <ac:chgData name="东 阚" userId="3599d4e495008c55" providerId="LiveId" clId="{54D04F7E-F4F0-4B46-92B4-8BB4DC4D7919}" dt="2024-04-18T08:29:10.358" v="5623" actId="404"/>
          <ac:spMkLst>
            <pc:docMk/>
            <pc:sldMk cId="4154796715" sldId="481"/>
            <ac:spMk id="21" creationId="{892DF07A-0AD1-4A24-8772-1180723332A9}"/>
          </ac:spMkLst>
        </pc:spChg>
        <pc:cxnChg chg="mod">
          <ac:chgData name="东 阚" userId="3599d4e495008c55" providerId="LiveId" clId="{54D04F7E-F4F0-4B46-92B4-8BB4DC4D7919}" dt="2024-04-17T09:03:49.945" v="428" actId="1036"/>
          <ac:cxnSpMkLst>
            <pc:docMk/>
            <pc:sldMk cId="4154796715" sldId="481"/>
            <ac:cxnSpMk id="20" creationId="{69F8D955-736C-474A-8977-EA118492B1A7}"/>
          </ac:cxnSpMkLst>
        </pc:cxnChg>
      </pc:sldChg>
      <pc:sldChg chg="addSp delSp modSp del mod">
        <pc:chgData name="东 阚" userId="3599d4e495008c55" providerId="LiveId" clId="{54D04F7E-F4F0-4B46-92B4-8BB4DC4D7919}" dt="2024-04-17T14:20:27.676" v="1188" actId="47"/>
        <pc:sldMkLst>
          <pc:docMk/>
          <pc:sldMk cId="331379533" sldId="482"/>
        </pc:sldMkLst>
        <pc:spChg chg="mod">
          <ac:chgData name="东 阚" userId="3599d4e495008c55" providerId="LiveId" clId="{54D04F7E-F4F0-4B46-92B4-8BB4DC4D7919}" dt="2024-04-17T09:08:25.761" v="515"/>
          <ac:spMkLst>
            <pc:docMk/>
            <pc:sldMk cId="331379533" sldId="482"/>
            <ac:spMk id="3" creationId="{00000000-0000-0000-0000-000000000000}"/>
          </ac:spMkLst>
        </pc:spChg>
        <pc:spChg chg="del">
          <ac:chgData name="东 阚" userId="3599d4e495008c55" providerId="LiveId" clId="{54D04F7E-F4F0-4B46-92B4-8BB4DC4D7919}" dt="2024-04-17T09:08:29.004" v="516" actId="478"/>
          <ac:spMkLst>
            <pc:docMk/>
            <pc:sldMk cId="331379533" sldId="482"/>
            <ac:spMk id="4" creationId="{8890BD1A-AD05-49F5-9D36-3B9E9782B029}"/>
          </ac:spMkLst>
        </pc:spChg>
        <pc:spChg chg="del">
          <ac:chgData name="东 阚" userId="3599d4e495008c55" providerId="LiveId" clId="{54D04F7E-F4F0-4B46-92B4-8BB4DC4D7919}" dt="2024-04-17T09:08:29.004" v="516" actId="478"/>
          <ac:spMkLst>
            <pc:docMk/>
            <pc:sldMk cId="331379533" sldId="482"/>
            <ac:spMk id="23" creationId="{A862233D-57A3-4D0B-90E5-A1245BE91B0B}"/>
          </ac:spMkLst>
        </pc:spChg>
        <pc:spChg chg="del">
          <ac:chgData name="东 阚" userId="3599d4e495008c55" providerId="LiveId" clId="{54D04F7E-F4F0-4B46-92B4-8BB4DC4D7919}" dt="2024-04-17T09:08:29.004" v="516" actId="478"/>
          <ac:spMkLst>
            <pc:docMk/>
            <pc:sldMk cId="331379533" sldId="482"/>
            <ac:spMk id="24" creationId="{FB5B4C9B-F554-462A-83EB-05A12699A631}"/>
          </ac:spMkLst>
        </pc:spChg>
        <pc:picChg chg="add mod">
          <ac:chgData name="东 阚" userId="3599d4e495008c55" providerId="LiveId" clId="{54D04F7E-F4F0-4B46-92B4-8BB4DC4D7919}" dt="2024-04-17T13:15:56.672" v="521" actId="1076"/>
          <ac:picMkLst>
            <pc:docMk/>
            <pc:sldMk cId="331379533" sldId="482"/>
            <ac:picMk id="5" creationId="{5E588046-D326-4D6C-ABDC-D996F1C7A70F}"/>
          </ac:picMkLst>
        </pc:picChg>
        <pc:picChg chg="del">
          <ac:chgData name="东 阚" userId="3599d4e495008c55" providerId="LiveId" clId="{54D04F7E-F4F0-4B46-92B4-8BB4DC4D7919}" dt="2024-04-17T09:08:29.004" v="516" actId="478"/>
          <ac:picMkLst>
            <pc:docMk/>
            <pc:sldMk cId="331379533" sldId="482"/>
            <ac:picMk id="7" creationId="{B6BA0460-5AEB-4085-9031-7AA2385263A2}"/>
          </ac:picMkLst>
        </pc:picChg>
        <pc:picChg chg="del">
          <ac:chgData name="东 阚" userId="3599d4e495008c55" providerId="LiveId" clId="{54D04F7E-F4F0-4B46-92B4-8BB4DC4D7919}" dt="2024-04-17T09:08:29.004" v="516" actId="478"/>
          <ac:picMkLst>
            <pc:docMk/>
            <pc:sldMk cId="331379533" sldId="482"/>
            <ac:picMk id="9" creationId="{7FDCF4D2-22C1-40A8-B36B-646C1AE55E0F}"/>
          </ac:picMkLst>
        </pc:picChg>
        <pc:picChg chg="del">
          <ac:chgData name="东 阚" userId="3599d4e495008c55" providerId="LiveId" clId="{54D04F7E-F4F0-4B46-92B4-8BB4DC4D7919}" dt="2024-04-17T09:08:29.004" v="516" actId="478"/>
          <ac:picMkLst>
            <pc:docMk/>
            <pc:sldMk cId="331379533" sldId="482"/>
            <ac:picMk id="10" creationId="{39A55237-A2F3-46A7-BECF-539A53CDD196}"/>
          </ac:picMkLst>
        </pc:picChg>
        <pc:picChg chg="del">
          <ac:chgData name="东 阚" userId="3599d4e495008c55" providerId="LiveId" clId="{54D04F7E-F4F0-4B46-92B4-8BB4DC4D7919}" dt="2024-04-17T09:08:29.004" v="516" actId="478"/>
          <ac:picMkLst>
            <pc:docMk/>
            <pc:sldMk cId="331379533" sldId="482"/>
            <ac:picMk id="11" creationId="{E6F6A6EE-29CB-4502-B124-985930311214}"/>
          </ac:picMkLst>
        </pc:picChg>
        <pc:picChg chg="del">
          <ac:chgData name="东 阚" userId="3599d4e495008c55" providerId="LiveId" clId="{54D04F7E-F4F0-4B46-92B4-8BB4DC4D7919}" dt="2024-04-17T09:08:29.004" v="516" actId="478"/>
          <ac:picMkLst>
            <pc:docMk/>
            <pc:sldMk cId="331379533" sldId="482"/>
            <ac:picMk id="20" creationId="{D0A3329E-B3B4-4717-B4A0-82C22B27059C}"/>
          </ac:picMkLst>
        </pc:picChg>
        <pc:cxnChg chg="del">
          <ac:chgData name="东 阚" userId="3599d4e495008c55" providerId="LiveId" clId="{54D04F7E-F4F0-4B46-92B4-8BB4DC4D7919}" dt="2024-04-17T09:08:29.004" v="516" actId="478"/>
          <ac:cxnSpMkLst>
            <pc:docMk/>
            <pc:sldMk cId="331379533" sldId="482"/>
            <ac:cxnSpMk id="18" creationId="{176BD469-5A03-4675-85FA-8775979451EF}"/>
          </ac:cxnSpMkLst>
        </pc:cxnChg>
        <pc:cxnChg chg="del">
          <ac:chgData name="东 阚" userId="3599d4e495008c55" providerId="LiveId" clId="{54D04F7E-F4F0-4B46-92B4-8BB4DC4D7919}" dt="2024-04-17T09:08:29.004" v="516" actId="478"/>
          <ac:cxnSpMkLst>
            <pc:docMk/>
            <pc:sldMk cId="331379533" sldId="482"/>
            <ac:cxnSpMk id="21" creationId="{A88F4A17-175E-4BFE-8406-51963DB89C58}"/>
          </ac:cxnSpMkLst>
        </pc:cxnChg>
        <pc:cxnChg chg="del">
          <ac:chgData name="东 阚" userId="3599d4e495008c55" providerId="LiveId" clId="{54D04F7E-F4F0-4B46-92B4-8BB4DC4D7919}" dt="2024-04-17T09:08:29.004" v="516" actId="478"/>
          <ac:cxnSpMkLst>
            <pc:docMk/>
            <pc:sldMk cId="331379533" sldId="482"/>
            <ac:cxnSpMk id="25" creationId="{09BB8BB6-0B90-49E2-8545-12E82E4E05A9}"/>
          </ac:cxnSpMkLst>
        </pc:cxnChg>
      </pc:sldChg>
      <pc:sldChg chg="addSp modSp mod ord modNotesTx">
        <pc:chgData name="东 阚" userId="3599d4e495008c55" providerId="LiveId" clId="{54D04F7E-F4F0-4B46-92B4-8BB4DC4D7919}" dt="2024-04-18T08:36:09.794" v="5648" actId="20577"/>
        <pc:sldMkLst>
          <pc:docMk/>
          <pc:sldMk cId="2953441851" sldId="483"/>
        </pc:sldMkLst>
        <pc:spChg chg="mod">
          <ac:chgData name="东 阚" userId="3599d4e495008c55" providerId="LiveId" clId="{54D04F7E-F4F0-4B46-92B4-8BB4DC4D7919}" dt="2024-04-17T13:36:20.906" v="602" actId="1076"/>
          <ac:spMkLst>
            <pc:docMk/>
            <pc:sldMk cId="2953441851" sldId="483"/>
            <ac:spMk id="2" creationId="{00000000-0000-0000-0000-000000000000}"/>
          </ac:spMkLst>
        </pc:spChg>
        <pc:spChg chg="add mod">
          <ac:chgData name="东 阚" userId="3599d4e495008c55" providerId="LiveId" clId="{54D04F7E-F4F0-4B46-92B4-8BB4DC4D7919}" dt="2024-04-17T13:35:25.432" v="572" actId="14100"/>
          <ac:spMkLst>
            <pc:docMk/>
            <pc:sldMk cId="2953441851" sldId="483"/>
            <ac:spMk id="6" creationId="{53E336E3-4E72-4181-87CB-17786128F1EE}"/>
          </ac:spMkLst>
        </pc:spChg>
        <pc:spChg chg="add mod">
          <ac:chgData name="东 阚" userId="3599d4e495008c55" providerId="LiveId" clId="{54D04F7E-F4F0-4B46-92B4-8BB4DC4D7919}" dt="2024-04-17T13:35:32.739" v="574" actId="1076"/>
          <ac:spMkLst>
            <pc:docMk/>
            <pc:sldMk cId="2953441851" sldId="483"/>
            <ac:spMk id="7" creationId="{3AD537D8-8B3B-4279-84C2-935DC5A99A1F}"/>
          </ac:spMkLst>
        </pc:spChg>
        <pc:spChg chg="add mod">
          <ac:chgData name="东 阚" userId="3599d4e495008c55" providerId="LiveId" clId="{54D04F7E-F4F0-4B46-92B4-8BB4DC4D7919}" dt="2024-04-17T13:35:44.281" v="576" actId="207"/>
          <ac:spMkLst>
            <pc:docMk/>
            <pc:sldMk cId="2953441851" sldId="483"/>
            <ac:spMk id="8" creationId="{E9407B73-718B-45D9-B2DA-F360A670EB75}"/>
          </ac:spMkLst>
        </pc:spChg>
        <pc:spChg chg="add mod">
          <ac:chgData name="东 阚" userId="3599d4e495008c55" providerId="LiveId" clId="{54D04F7E-F4F0-4B46-92B4-8BB4DC4D7919}" dt="2024-04-17T13:36:10.090" v="599" actId="207"/>
          <ac:spMkLst>
            <pc:docMk/>
            <pc:sldMk cId="2953441851" sldId="483"/>
            <ac:spMk id="9" creationId="{A6BCF752-2BCD-430D-AAEB-89F3FB8FC189}"/>
          </ac:spMkLst>
        </pc:spChg>
        <pc:spChg chg="add mod">
          <ac:chgData name="东 阚" userId="3599d4e495008c55" providerId="LiveId" clId="{54D04F7E-F4F0-4B46-92B4-8BB4DC4D7919}" dt="2024-04-17T13:37:12.193" v="626" actId="207"/>
          <ac:spMkLst>
            <pc:docMk/>
            <pc:sldMk cId="2953441851" sldId="483"/>
            <ac:spMk id="10" creationId="{4BBC3A62-2040-4D35-8E9A-ED682140EE5E}"/>
          </ac:spMkLst>
        </pc:spChg>
        <pc:spChg chg="add mod">
          <ac:chgData name="东 阚" userId="3599d4e495008c55" providerId="LiveId" clId="{54D04F7E-F4F0-4B46-92B4-8BB4DC4D7919}" dt="2024-04-17T13:37:04.258" v="625" actId="207"/>
          <ac:spMkLst>
            <pc:docMk/>
            <pc:sldMk cId="2953441851" sldId="483"/>
            <ac:spMk id="11" creationId="{2B80954B-6248-441D-860D-228C5C5B05B1}"/>
          </ac:spMkLst>
        </pc:spChg>
      </pc:sldChg>
      <pc:sldChg chg="addSp delSp modSp mod modTransition modAnim modNotesTx">
        <pc:chgData name="东 阚" userId="3599d4e495008c55" providerId="LiveId" clId="{54D04F7E-F4F0-4B46-92B4-8BB4DC4D7919}" dt="2024-04-18T11:18:04.782" v="6493" actId="1076"/>
        <pc:sldMkLst>
          <pc:docMk/>
          <pc:sldMk cId="3173527765" sldId="484"/>
        </pc:sldMkLst>
        <pc:spChg chg="mod">
          <ac:chgData name="东 阚" userId="3599d4e495008c55" providerId="LiveId" clId="{54D04F7E-F4F0-4B46-92B4-8BB4DC4D7919}" dt="2024-04-17T14:20:07.274" v="1184"/>
          <ac:spMkLst>
            <pc:docMk/>
            <pc:sldMk cId="3173527765" sldId="484"/>
            <ac:spMk id="3" creationId="{00000000-0000-0000-0000-000000000000}"/>
          </ac:spMkLst>
        </pc:spChg>
        <pc:spChg chg="mod">
          <ac:chgData name="东 阚" userId="3599d4e495008c55" providerId="LiveId" clId="{54D04F7E-F4F0-4B46-92B4-8BB4DC4D7919}" dt="2024-04-17T13:59:09.938" v="900" actId="1036"/>
          <ac:spMkLst>
            <pc:docMk/>
            <pc:sldMk cId="3173527765" sldId="484"/>
            <ac:spMk id="6" creationId="{53E336E3-4E72-4181-87CB-17786128F1EE}"/>
          </ac:spMkLst>
        </pc:spChg>
        <pc:spChg chg="mod">
          <ac:chgData name="东 阚" userId="3599d4e495008c55" providerId="LiveId" clId="{54D04F7E-F4F0-4B46-92B4-8BB4DC4D7919}" dt="2024-04-17T13:59:09.938" v="900" actId="1036"/>
          <ac:spMkLst>
            <pc:docMk/>
            <pc:sldMk cId="3173527765" sldId="484"/>
            <ac:spMk id="7" creationId="{3AD537D8-8B3B-4279-84C2-935DC5A99A1F}"/>
          </ac:spMkLst>
        </pc:spChg>
        <pc:spChg chg="del">
          <ac:chgData name="东 阚" userId="3599d4e495008c55" providerId="LiveId" clId="{54D04F7E-F4F0-4B46-92B4-8BB4DC4D7919}" dt="2024-04-17T13:48:20.614" v="629" actId="478"/>
          <ac:spMkLst>
            <pc:docMk/>
            <pc:sldMk cId="3173527765" sldId="484"/>
            <ac:spMk id="8" creationId="{E9407B73-718B-45D9-B2DA-F360A670EB75}"/>
          </ac:spMkLst>
        </pc:spChg>
        <pc:spChg chg="del">
          <ac:chgData name="东 阚" userId="3599d4e495008c55" providerId="LiveId" clId="{54D04F7E-F4F0-4B46-92B4-8BB4DC4D7919}" dt="2024-04-17T13:48:20.614" v="629" actId="478"/>
          <ac:spMkLst>
            <pc:docMk/>
            <pc:sldMk cId="3173527765" sldId="484"/>
            <ac:spMk id="9" creationId="{A6BCF752-2BCD-430D-AAEB-89F3FB8FC189}"/>
          </ac:spMkLst>
        </pc:spChg>
        <pc:spChg chg="del">
          <ac:chgData name="东 阚" userId="3599d4e495008c55" providerId="LiveId" clId="{54D04F7E-F4F0-4B46-92B4-8BB4DC4D7919}" dt="2024-04-17T13:48:20.614" v="629" actId="478"/>
          <ac:spMkLst>
            <pc:docMk/>
            <pc:sldMk cId="3173527765" sldId="484"/>
            <ac:spMk id="10" creationId="{4BBC3A62-2040-4D35-8E9A-ED682140EE5E}"/>
          </ac:spMkLst>
        </pc:spChg>
        <pc:spChg chg="del">
          <ac:chgData name="东 阚" userId="3599d4e495008c55" providerId="LiveId" clId="{54D04F7E-F4F0-4B46-92B4-8BB4DC4D7919}" dt="2024-04-17T13:48:20.614" v="629" actId="478"/>
          <ac:spMkLst>
            <pc:docMk/>
            <pc:sldMk cId="3173527765" sldId="484"/>
            <ac:spMk id="11" creationId="{2B80954B-6248-441D-860D-228C5C5B05B1}"/>
          </ac:spMkLst>
        </pc:spChg>
        <pc:spChg chg="add mod">
          <ac:chgData name="东 阚" userId="3599d4e495008c55" providerId="LiveId" clId="{54D04F7E-F4F0-4B46-92B4-8BB4DC4D7919}" dt="2024-04-17T14:00:44.132" v="943" actId="1076"/>
          <ac:spMkLst>
            <pc:docMk/>
            <pc:sldMk cId="3173527765" sldId="484"/>
            <ac:spMk id="21" creationId="{1B37E1FF-88D7-4BDB-A8EC-C3C7F0B90F43}"/>
          </ac:spMkLst>
        </pc:spChg>
        <pc:spChg chg="add del mod">
          <ac:chgData name="东 阚" userId="3599d4e495008c55" providerId="LiveId" clId="{54D04F7E-F4F0-4B46-92B4-8BB4DC4D7919}" dt="2024-04-17T13:56:37.656" v="874" actId="478"/>
          <ac:spMkLst>
            <pc:docMk/>
            <pc:sldMk cId="3173527765" sldId="484"/>
            <ac:spMk id="24" creationId="{478F9B31-F8DD-43B9-8A77-8E3AAFA52DFA}"/>
          </ac:spMkLst>
        </pc:spChg>
        <pc:spChg chg="add mod">
          <ac:chgData name="东 阚" userId="3599d4e495008c55" providerId="LiveId" clId="{54D04F7E-F4F0-4B46-92B4-8BB4DC4D7919}" dt="2024-04-18T11:18:04.782" v="6493" actId="1076"/>
          <ac:spMkLst>
            <pc:docMk/>
            <pc:sldMk cId="3173527765" sldId="484"/>
            <ac:spMk id="24" creationId="{C311CACF-7E5A-4FA9-A90F-80D140C2455B}"/>
          </ac:spMkLst>
        </pc:spChg>
        <pc:spChg chg="add del mod">
          <ac:chgData name="东 阚" userId="3599d4e495008c55" providerId="LiveId" clId="{54D04F7E-F4F0-4B46-92B4-8BB4DC4D7919}" dt="2024-04-17T13:59:35.421" v="904"/>
          <ac:spMkLst>
            <pc:docMk/>
            <pc:sldMk cId="3173527765" sldId="484"/>
            <ac:spMk id="30" creationId="{5A560E24-CC0F-4537-80B1-D15B27112767}"/>
          </ac:spMkLst>
        </pc:spChg>
        <pc:spChg chg="add mod">
          <ac:chgData name="东 阚" userId="3599d4e495008c55" providerId="LiveId" clId="{54D04F7E-F4F0-4B46-92B4-8BB4DC4D7919}" dt="2024-04-17T14:44:13.924" v="1469" actId="2711"/>
          <ac:spMkLst>
            <pc:docMk/>
            <pc:sldMk cId="3173527765" sldId="484"/>
            <ac:spMk id="31" creationId="{595E1DCF-6E4A-40B2-BA57-D74712B97912}"/>
          </ac:spMkLst>
        </pc:spChg>
        <pc:spChg chg="add del">
          <ac:chgData name="东 阚" userId="3599d4e495008c55" providerId="LiveId" clId="{54D04F7E-F4F0-4B46-92B4-8BB4DC4D7919}" dt="2024-04-17T14:01:59.930" v="960" actId="22"/>
          <ac:spMkLst>
            <pc:docMk/>
            <pc:sldMk cId="3173527765" sldId="484"/>
            <ac:spMk id="35" creationId="{78B2060D-877F-4638-8BFC-E8EF82B4ECC1}"/>
          </ac:spMkLst>
        </pc:spChg>
        <pc:spChg chg="add mod">
          <ac:chgData name="东 阚" userId="3599d4e495008c55" providerId="LiveId" clId="{54D04F7E-F4F0-4B46-92B4-8BB4DC4D7919}" dt="2024-04-17T14:12:45.913" v="1115" actId="571"/>
          <ac:spMkLst>
            <pc:docMk/>
            <pc:sldMk cId="3173527765" sldId="484"/>
            <ac:spMk id="42" creationId="{8E1442CE-45D7-4468-8714-A2F95E5BC95A}"/>
          </ac:spMkLst>
        </pc:spChg>
        <pc:picChg chg="mod modCrop">
          <ac:chgData name="东 阚" userId="3599d4e495008c55" providerId="LiveId" clId="{54D04F7E-F4F0-4B46-92B4-8BB4DC4D7919}" dt="2024-04-17T14:00:54.323" v="956" actId="1038"/>
          <ac:picMkLst>
            <pc:docMk/>
            <pc:sldMk cId="3173527765" sldId="484"/>
            <ac:picMk id="5" creationId="{5E588046-D326-4D6C-ABDC-D996F1C7A70F}"/>
          </ac:picMkLst>
        </pc:picChg>
        <pc:picChg chg="add mod">
          <ac:chgData name="东 阚" userId="3599d4e495008c55" providerId="LiveId" clId="{54D04F7E-F4F0-4B46-92B4-8BB4DC4D7919}" dt="2024-04-17T14:00:09.819" v="922" actId="1037"/>
          <ac:picMkLst>
            <pc:docMk/>
            <pc:sldMk cId="3173527765" sldId="484"/>
            <ac:picMk id="12" creationId="{2570B0F5-08C7-42B9-AE30-7B62F9223EC7}"/>
          </ac:picMkLst>
        </pc:picChg>
        <pc:picChg chg="add mod modCrop">
          <ac:chgData name="东 阚" userId="3599d4e495008c55" providerId="LiveId" clId="{54D04F7E-F4F0-4B46-92B4-8BB4DC4D7919}" dt="2024-04-17T14:00:09.819" v="922" actId="1037"/>
          <ac:picMkLst>
            <pc:docMk/>
            <pc:sldMk cId="3173527765" sldId="484"/>
            <ac:picMk id="14" creationId="{D6BED5CB-0B8F-4CEF-BE09-3C63DDE73824}"/>
          </ac:picMkLst>
        </pc:picChg>
        <pc:picChg chg="add mod">
          <ac:chgData name="东 阚" userId="3599d4e495008c55" providerId="LiveId" clId="{54D04F7E-F4F0-4B46-92B4-8BB4DC4D7919}" dt="2024-04-17T14:00:09.819" v="922" actId="1037"/>
          <ac:picMkLst>
            <pc:docMk/>
            <pc:sldMk cId="3173527765" sldId="484"/>
            <ac:picMk id="18" creationId="{A24779E3-BC48-455C-8095-AD62A4E922DE}"/>
          </ac:picMkLst>
        </pc:picChg>
        <pc:picChg chg="add mod">
          <ac:chgData name="东 阚" userId="3599d4e495008c55" providerId="LiveId" clId="{54D04F7E-F4F0-4B46-92B4-8BB4DC4D7919}" dt="2024-04-17T14:00:26.162" v="939" actId="1076"/>
          <ac:picMkLst>
            <pc:docMk/>
            <pc:sldMk cId="3173527765" sldId="484"/>
            <ac:picMk id="27" creationId="{4A288893-6483-4301-9D3A-F4D618007BB4}"/>
          </ac:picMkLst>
        </pc:picChg>
        <pc:picChg chg="add mod">
          <ac:chgData name="东 阚" userId="3599d4e495008c55" providerId="LiveId" clId="{54D04F7E-F4F0-4B46-92B4-8BB4DC4D7919}" dt="2024-04-17T14:12:19.215" v="1114" actId="1076"/>
          <ac:picMkLst>
            <pc:docMk/>
            <pc:sldMk cId="3173527765" sldId="484"/>
            <ac:picMk id="29" creationId="{E7A2B254-6B1A-4A0F-B621-0992D9638FBB}"/>
          </ac:picMkLst>
        </pc:picChg>
        <pc:picChg chg="add mod">
          <ac:chgData name="东 阚" userId="3599d4e495008c55" providerId="LiveId" clId="{54D04F7E-F4F0-4B46-92B4-8BB4DC4D7919}" dt="2024-04-17T14:12:19.215" v="1114" actId="1076"/>
          <ac:picMkLst>
            <pc:docMk/>
            <pc:sldMk cId="3173527765" sldId="484"/>
            <ac:picMk id="37" creationId="{5A51061D-2C56-4644-ACB0-51C408AF32F0}"/>
          </ac:picMkLst>
        </pc:picChg>
        <pc:picChg chg="add mod">
          <ac:chgData name="东 阚" userId="3599d4e495008c55" providerId="LiveId" clId="{54D04F7E-F4F0-4B46-92B4-8BB4DC4D7919}" dt="2024-04-17T14:12:19.215" v="1114" actId="1076"/>
          <ac:picMkLst>
            <pc:docMk/>
            <pc:sldMk cId="3173527765" sldId="484"/>
            <ac:picMk id="39" creationId="{3A697B72-4B8D-4274-A569-50EFFB5E5F1C}"/>
          </ac:picMkLst>
        </pc:picChg>
        <pc:picChg chg="add mod">
          <ac:chgData name="东 阚" userId="3599d4e495008c55" providerId="LiveId" clId="{54D04F7E-F4F0-4B46-92B4-8BB4DC4D7919}" dt="2024-04-17T14:12:19.215" v="1114" actId="1076"/>
          <ac:picMkLst>
            <pc:docMk/>
            <pc:sldMk cId="3173527765" sldId="484"/>
            <ac:picMk id="41" creationId="{2FCFEACF-948B-499E-AD3A-60166572E0AC}"/>
          </ac:picMkLst>
        </pc:picChg>
        <pc:picChg chg="add mod">
          <ac:chgData name="东 阚" userId="3599d4e495008c55" providerId="LiveId" clId="{54D04F7E-F4F0-4B46-92B4-8BB4DC4D7919}" dt="2024-04-17T14:30:58.657" v="1262" actId="1076"/>
          <ac:picMkLst>
            <pc:docMk/>
            <pc:sldMk cId="3173527765" sldId="484"/>
            <ac:picMk id="48" creationId="{7542133B-63A9-4F6A-B189-C01B217020A5}"/>
          </ac:picMkLst>
        </pc:picChg>
        <pc:cxnChg chg="add mod">
          <ac:chgData name="东 阚" userId="3599d4e495008c55" providerId="LiveId" clId="{54D04F7E-F4F0-4B46-92B4-8BB4DC4D7919}" dt="2024-04-17T14:00:09.819" v="922" actId="1037"/>
          <ac:cxnSpMkLst>
            <pc:docMk/>
            <pc:sldMk cId="3173527765" sldId="484"/>
            <ac:cxnSpMk id="15" creationId="{9B5A5B33-385E-483A-B54C-5D288C7A70DF}"/>
          </ac:cxnSpMkLst>
        </pc:cxnChg>
        <pc:cxnChg chg="add mod">
          <ac:chgData name="东 阚" userId="3599d4e495008c55" providerId="LiveId" clId="{54D04F7E-F4F0-4B46-92B4-8BB4DC4D7919}" dt="2024-04-17T14:00:09.819" v="922" actId="1037"/>
          <ac:cxnSpMkLst>
            <pc:docMk/>
            <pc:sldMk cId="3173527765" sldId="484"/>
            <ac:cxnSpMk id="19" creationId="{9E77FA13-627E-4D60-8010-88411C1D949E}"/>
          </ac:cxnSpMkLst>
        </pc:cxnChg>
        <pc:cxnChg chg="add mod">
          <ac:chgData name="东 阚" userId="3599d4e495008c55" providerId="LiveId" clId="{54D04F7E-F4F0-4B46-92B4-8BB4DC4D7919}" dt="2024-04-17T14:00:27.872" v="940" actId="14100"/>
          <ac:cxnSpMkLst>
            <pc:docMk/>
            <pc:sldMk cId="3173527765" sldId="484"/>
            <ac:cxnSpMk id="22" creationId="{3E9548E5-EBC0-4FCB-B82A-2A91DBAB1833}"/>
          </ac:cxnSpMkLst>
        </pc:cxnChg>
        <pc:cxnChg chg="add mod">
          <ac:chgData name="东 阚" userId="3599d4e495008c55" providerId="LiveId" clId="{54D04F7E-F4F0-4B46-92B4-8BB4DC4D7919}" dt="2024-04-17T14:12:51.399" v="1117" actId="14100"/>
          <ac:cxnSpMkLst>
            <pc:docMk/>
            <pc:sldMk cId="3173527765" sldId="484"/>
            <ac:cxnSpMk id="43" creationId="{0AAE85A9-522F-4306-8F63-C486F5D35D71}"/>
          </ac:cxnSpMkLst>
        </pc:cxnChg>
        <pc:cxnChg chg="add mod">
          <ac:chgData name="东 阚" userId="3599d4e495008c55" providerId="LiveId" clId="{54D04F7E-F4F0-4B46-92B4-8BB4DC4D7919}" dt="2024-04-17T14:13:01.013" v="1119" actId="14100"/>
          <ac:cxnSpMkLst>
            <pc:docMk/>
            <pc:sldMk cId="3173527765" sldId="484"/>
            <ac:cxnSpMk id="45" creationId="{EC13A56B-4448-470A-A55F-2F810E231279}"/>
          </ac:cxnSpMkLst>
        </pc:cxnChg>
      </pc:sldChg>
      <pc:sldChg chg="addSp delSp modSp mod modTransition modAnim modNotesTx">
        <pc:chgData name="东 阚" userId="3599d4e495008c55" providerId="LiveId" clId="{54D04F7E-F4F0-4B46-92B4-8BB4DC4D7919}" dt="2024-04-18T08:46:35.772" v="5830"/>
        <pc:sldMkLst>
          <pc:docMk/>
          <pc:sldMk cId="3890174323" sldId="485"/>
        </pc:sldMkLst>
        <pc:spChg chg="del">
          <ac:chgData name="东 阚" userId="3599d4e495008c55" providerId="LiveId" clId="{54D04F7E-F4F0-4B46-92B4-8BB4DC4D7919}" dt="2024-04-17T14:20:15.823" v="1185" actId="478"/>
          <ac:spMkLst>
            <pc:docMk/>
            <pc:sldMk cId="3890174323" sldId="485"/>
            <ac:spMk id="3" creationId="{00000000-0000-0000-0000-000000000000}"/>
          </ac:spMkLst>
        </pc:spChg>
        <pc:spChg chg="add del mod">
          <ac:chgData name="东 阚" userId="3599d4e495008c55" providerId="LiveId" clId="{54D04F7E-F4F0-4B46-92B4-8BB4DC4D7919}" dt="2024-04-17T14:20:18.568" v="1186" actId="478"/>
          <ac:spMkLst>
            <pc:docMk/>
            <pc:sldMk cId="3890174323" sldId="485"/>
            <ac:spMk id="8" creationId="{0A90ED34-AC21-491E-8098-7AE2EE53E4DC}"/>
          </ac:spMkLst>
        </pc:spChg>
        <pc:spChg chg="del">
          <ac:chgData name="东 阚" userId="3599d4e495008c55" providerId="LiveId" clId="{54D04F7E-F4F0-4B46-92B4-8BB4DC4D7919}" dt="2024-04-17T14:19:07.215" v="1120" actId="478"/>
          <ac:spMkLst>
            <pc:docMk/>
            <pc:sldMk cId="3890174323" sldId="485"/>
            <ac:spMk id="21" creationId="{1B37E1FF-88D7-4BDB-A8EC-C3C7F0B90F43}"/>
          </ac:spMkLst>
        </pc:spChg>
        <pc:spChg chg="add mod">
          <ac:chgData name="东 阚" userId="3599d4e495008c55" providerId="LiveId" clId="{54D04F7E-F4F0-4B46-92B4-8BB4DC4D7919}" dt="2024-04-17T14:20:19.130" v="1187"/>
          <ac:spMkLst>
            <pc:docMk/>
            <pc:sldMk cId="3890174323" sldId="485"/>
            <ac:spMk id="25" creationId="{F421658B-540E-4267-B606-1EC6560B0988}"/>
          </ac:spMkLst>
        </pc:spChg>
        <pc:spChg chg="add del mod">
          <ac:chgData name="东 阚" userId="3599d4e495008c55" providerId="LiveId" clId="{54D04F7E-F4F0-4B46-92B4-8BB4DC4D7919}" dt="2024-04-17T14:33:20.813" v="1275" actId="478"/>
          <ac:spMkLst>
            <pc:docMk/>
            <pc:sldMk cId="3890174323" sldId="485"/>
            <ac:spMk id="28" creationId="{A5A809AD-510D-4B21-B6E7-09685B79E4A1}"/>
          </ac:spMkLst>
        </pc:spChg>
        <pc:spChg chg="add mod">
          <ac:chgData name="东 阚" userId="3599d4e495008c55" providerId="LiveId" clId="{54D04F7E-F4F0-4B46-92B4-8BB4DC4D7919}" dt="2024-04-17T14:27:15.860" v="1217" actId="14100"/>
          <ac:spMkLst>
            <pc:docMk/>
            <pc:sldMk cId="3890174323" sldId="485"/>
            <ac:spMk id="30" creationId="{B2FA2C2E-1911-40B3-BDE0-5A84F2F44623}"/>
          </ac:spMkLst>
        </pc:spChg>
        <pc:spChg chg="del">
          <ac:chgData name="东 阚" userId="3599d4e495008c55" providerId="LiveId" clId="{54D04F7E-F4F0-4B46-92B4-8BB4DC4D7919}" dt="2024-04-17T14:19:10.358" v="1121" actId="478"/>
          <ac:spMkLst>
            <pc:docMk/>
            <pc:sldMk cId="3890174323" sldId="485"/>
            <ac:spMk id="31" creationId="{595E1DCF-6E4A-40B2-BA57-D74712B97912}"/>
          </ac:spMkLst>
        </pc:spChg>
        <pc:spChg chg="add mod">
          <ac:chgData name="东 阚" userId="3599d4e495008c55" providerId="LiveId" clId="{54D04F7E-F4F0-4B46-92B4-8BB4DC4D7919}" dt="2024-04-17T14:36:38.877" v="1342" actId="1076"/>
          <ac:spMkLst>
            <pc:docMk/>
            <pc:sldMk cId="3890174323" sldId="485"/>
            <ac:spMk id="32" creationId="{52B22751-0BB2-4F9D-9112-8742E66268A9}"/>
          </ac:spMkLst>
        </pc:spChg>
        <pc:spChg chg="add mod">
          <ac:chgData name="东 阚" userId="3599d4e495008c55" providerId="LiveId" clId="{54D04F7E-F4F0-4B46-92B4-8BB4DC4D7919}" dt="2024-04-17T14:44:04.487" v="1467" actId="2711"/>
          <ac:spMkLst>
            <pc:docMk/>
            <pc:sldMk cId="3890174323" sldId="485"/>
            <ac:spMk id="38" creationId="{99E2FF3A-A480-482D-AA69-5A1DFFF1CBF7}"/>
          </ac:spMkLst>
        </pc:spChg>
        <pc:spChg chg="del">
          <ac:chgData name="东 阚" userId="3599d4e495008c55" providerId="LiveId" clId="{54D04F7E-F4F0-4B46-92B4-8BB4DC4D7919}" dt="2024-04-17T14:19:07.215" v="1120" actId="478"/>
          <ac:spMkLst>
            <pc:docMk/>
            <pc:sldMk cId="3890174323" sldId="485"/>
            <ac:spMk id="42" creationId="{8E1442CE-45D7-4468-8714-A2F95E5BC95A}"/>
          </ac:spMkLst>
        </pc:spChg>
        <pc:picChg chg="mod">
          <ac:chgData name="东 阚" userId="3599d4e495008c55" providerId="LiveId" clId="{54D04F7E-F4F0-4B46-92B4-8BB4DC4D7919}" dt="2024-04-17T14:21:01.596" v="1191" actId="1076"/>
          <ac:picMkLst>
            <pc:docMk/>
            <pc:sldMk cId="3890174323" sldId="485"/>
            <ac:picMk id="5" creationId="{5E588046-D326-4D6C-ABDC-D996F1C7A70F}"/>
          </ac:picMkLst>
        </pc:picChg>
        <pc:picChg chg="add mod">
          <ac:chgData name="东 阚" userId="3599d4e495008c55" providerId="LiveId" clId="{54D04F7E-F4F0-4B46-92B4-8BB4DC4D7919}" dt="2024-04-17T14:36:38.877" v="1342" actId="1076"/>
          <ac:picMkLst>
            <pc:docMk/>
            <pc:sldMk cId="3890174323" sldId="485"/>
            <ac:picMk id="10" creationId="{43078BEC-38E4-426C-9ED2-E4177FDAC0A8}"/>
          </ac:picMkLst>
        </pc:picChg>
        <pc:picChg chg="del">
          <ac:chgData name="东 阚" userId="3599d4e495008c55" providerId="LiveId" clId="{54D04F7E-F4F0-4B46-92B4-8BB4DC4D7919}" dt="2024-04-17T14:19:07.215" v="1120" actId="478"/>
          <ac:picMkLst>
            <pc:docMk/>
            <pc:sldMk cId="3890174323" sldId="485"/>
            <ac:picMk id="12" creationId="{2570B0F5-08C7-42B9-AE30-7B62F9223EC7}"/>
          </ac:picMkLst>
        </pc:picChg>
        <pc:picChg chg="add mod">
          <ac:chgData name="东 阚" userId="3599d4e495008c55" providerId="LiveId" clId="{54D04F7E-F4F0-4B46-92B4-8BB4DC4D7919}" dt="2024-04-17T14:33:59.095" v="1287" actId="1076"/>
          <ac:picMkLst>
            <pc:docMk/>
            <pc:sldMk cId="3890174323" sldId="485"/>
            <ac:picMk id="13" creationId="{505486D3-0F70-4A64-B2F3-7C054DB7CE22}"/>
          </ac:picMkLst>
        </pc:picChg>
        <pc:picChg chg="del">
          <ac:chgData name="东 阚" userId="3599d4e495008c55" providerId="LiveId" clId="{54D04F7E-F4F0-4B46-92B4-8BB4DC4D7919}" dt="2024-04-17T14:19:07.215" v="1120" actId="478"/>
          <ac:picMkLst>
            <pc:docMk/>
            <pc:sldMk cId="3890174323" sldId="485"/>
            <ac:picMk id="14" creationId="{D6BED5CB-0B8F-4CEF-BE09-3C63DDE73824}"/>
          </ac:picMkLst>
        </pc:picChg>
        <pc:picChg chg="add mod">
          <ac:chgData name="东 阚" userId="3599d4e495008c55" providerId="LiveId" clId="{54D04F7E-F4F0-4B46-92B4-8BB4DC4D7919}" dt="2024-04-17T14:33:50.935" v="1285" actId="1076"/>
          <ac:picMkLst>
            <pc:docMk/>
            <pc:sldMk cId="3890174323" sldId="485"/>
            <ac:picMk id="17" creationId="{CF94A477-5DE0-4889-9559-EE8736B536D0}"/>
          </ac:picMkLst>
        </pc:picChg>
        <pc:picChg chg="del">
          <ac:chgData name="东 阚" userId="3599d4e495008c55" providerId="LiveId" clId="{54D04F7E-F4F0-4B46-92B4-8BB4DC4D7919}" dt="2024-04-17T14:19:07.215" v="1120" actId="478"/>
          <ac:picMkLst>
            <pc:docMk/>
            <pc:sldMk cId="3890174323" sldId="485"/>
            <ac:picMk id="18" creationId="{A24779E3-BC48-455C-8095-AD62A4E922DE}"/>
          </ac:picMkLst>
        </pc:picChg>
        <pc:picChg chg="add mod">
          <ac:chgData name="东 阚" userId="3599d4e495008c55" providerId="LiveId" clId="{54D04F7E-F4F0-4B46-92B4-8BB4DC4D7919}" dt="2024-04-18T08:45:58.230" v="5823" actId="1076"/>
          <ac:picMkLst>
            <pc:docMk/>
            <pc:sldMk cId="3890174323" sldId="485"/>
            <ac:picMk id="20" creationId="{C62910F6-F061-48D4-AB74-ABF0474635F4}"/>
          </ac:picMkLst>
        </pc:picChg>
        <pc:picChg chg="add mod">
          <ac:chgData name="东 阚" userId="3599d4e495008c55" providerId="LiveId" clId="{54D04F7E-F4F0-4B46-92B4-8BB4DC4D7919}" dt="2024-04-17T14:36:49.585" v="1350" actId="1035"/>
          <ac:picMkLst>
            <pc:docMk/>
            <pc:sldMk cId="3890174323" sldId="485"/>
            <ac:picMk id="23" creationId="{2B5C7D0A-B910-4C8B-9C8A-B03E25B490B2}"/>
          </ac:picMkLst>
        </pc:picChg>
        <pc:picChg chg="add del mod">
          <ac:chgData name="东 阚" userId="3599d4e495008c55" providerId="LiveId" clId="{54D04F7E-F4F0-4B46-92B4-8BB4DC4D7919}" dt="2024-04-17T14:33:20.813" v="1275" actId="478"/>
          <ac:picMkLst>
            <pc:docMk/>
            <pc:sldMk cId="3890174323" sldId="485"/>
            <ac:picMk id="26" creationId="{EDBB0B23-41CC-4ED4-86A7-FE54D2337D0F}"/>
          </ac:picMkLst>
        </pc:picChg>
        <pc:picChg chg="del">
          <ac:chgData name="东 阚" userId="3599d4e495008c55" providerId="LiveId" clId="{54D04F7E-F4F0-4B46-92B4-8BB4DC4D7919}" dt="2024-04-17T14:19:07.215" v="1120" actId="478"/>
          <ac:picMkLst>
            <pc:docMk/>
            <pc:sldMk cId="3890174323" sldId="485"/>
            <ac:picMk id="27" creationId="{4A288893-6483-4301-9D3A-F4D618007BB4}"/>
          </ac:picMkLst>
        </pc:picChg>
        <pc:picChg chg="del">
          <ac:chgData name="东 阚" userId="3599d4e495008c55" providerId="LiveId" clId="{54D04F7E-F4F0-4B46-92B4-8BB4DC4D7919}" dt="2024-04-17T14:19:10.358" v="1121" actId="478"/>
          <ac:picMkLst>
            <pc:docMk/>
            <pc:sldMk cId="3890174323" sldId="485"/>
            <ac:picMk id="29" creationId="{E7A2B254-6B1A-4A0F-B621-0992D9638FBB}"/>
          </ac:picMkLst>
        </pc:picChg>
        <pc:picChg chg="add mod">
          <ac:chgData name="东 阚" userId="3599d4e495008c55" providerId="LiveId" clId="{54D04F7E-F4F0-4B46-92B4-8BB4DC4D7919}" dt="2024-04-17T14:31:08.534" v="1263"/>
          <ac:picMkLst>
            <pc:docMk/>
            <pc:sldMk cId="3890174323" sldId="485"/>
            <ac:picMk id="33" creationId="{A650D770-DEEC-4BE6-AD08-D9E2C8B825EC}"/>
          </ac:picMkLst>
        </pc:picChg>
        <pc:picChg chg="add mod">
          <ac:chgData name="东 阚" userId="3599d4e495008c55" providerId="LiveId" clId="{54D04F7E-F4F0-4B46-92B4-8BB4DC4D7919}" dt="2024-04-17T14:42:35.987" v="1382" actId="1076"/>
          <ac:picMkLst>
            <pc:docMk/>
            <pc:sldMk cId="3890174323" sldId="485"/>
            <ac:picMk id="34" creationId="{FDBBF64F-75BE-4424-9804-956E0372C42E}"/>
          </ac:picMkLst>
        </pc:picChg>
        <pc:picChg chg="del">
          <ac:chgData name="东 阚" userId="3599d4e495008c55" providerId="LiveId" clId="{54D04F7E-F4F0-4B46-92B4-8BB4DC4D7919}" dt="2024-04-17T14:19:10.358" v="1121" actId="478"/>
          <ac:picMkLst>
            <pc:docMk/>
            <pc:sldMk cId="3890174323" sldId="485"/>
            <ac:picMk id="37" creationId="{5A51061D-2C56-4644-ACB0-51C408AF32F0}"/>
          </ac:picMkLst>
        </pc:picChg>
        <pc:picChg chg="del">
          <ac:chgData name="东 阚" userId="3599d4e495008c55" providerId="LiveId" clId="{54D04F7E-F4F0-4B46-92B4-8BB4DC4D7919}" dt="2024-04-17T14:19:10.358" v="1121" actId="478"/>
          <ac:picMkLst>
            <pc:docMk/>
            <pc:sldMk cId="3890174323" sldId="485"/>
            <ac:picMk id="39" creationId="{3A697B72-4B8D-4274-A569-50EFFB5E5F1C}"/>
          </ac:picMkLst>
        </pc:picChg>
        <pc:picChg chg="del">
          <ac:chgData name="东 阚" userId="3599d4e495008c55" providerId="LiveId" clId="{54D04F7E-F4F0-4B46-92B4-8BB4DC4D7919}" dt="2024-04-17T14:19:10.358" v="1121" actId="478"/>
          <ac:picMkLst>
            <pc:docMk/>
            <pc:sldMk cId="3890174323" sldId="485"/>
            <ac:picMk id="41" creationId="{2FCFEACF-948B-499E-AD3A-60166572E0AC}"/>
          </ac:picMkLst>
        </pc:picChg>
        <pc:cxnChg chg="del">
          <ac:chgData name="东 阚" userId="3599d4e495008c55" providerId="LiveId" clId="{54D04F7E-F4F0-4B46-92B4-8BB4DC4D7919}" dt="2024-04-17T14:19:07.215" v="1120" actId="478"/>
          <ac:cxnSpMkLst>
            <pc:docMk/>
            <pc:sldMk cId="3890174323" sldId="485"/>
            <ac:cxnSpMk id="15" creationId="{9B5A5B33-385E-483A-B54C-5D288C7A70DF}"/>
          </ac:cxnSpMkLst>
        </pc:cxnChg>
        <pc:cxnChg chg="add mod">
          <ac:chgData name="东 阚" userId="3599d4e495008c55" providerId="LiveId" clId="{54D04F7E-F4F0-4B46-92B4-8BB4DC4D7919}" dt="2024-04-18T08:45:12.010" v="5813" actId="1076"/>
          <ac:cxnSpMkLst>
            <pc:docMk/>
            <pc:sldMk cId="3890174323" sldId="485"/>
            <ac:cxnSpMk id="16" creationId="{27D21990-0E59-4733-81DC-740F4D8C1175}"/>
          </ac:cxnSpMkLst>
        </pc:cxnChg>
        <pc:cxnChg chg="add mod">
          <ac:chgData name="东 阚" userId="3599d4e495008c55" providerId="LiveId" clId="{54D04F7E-F4F0-4B46-92B4-8BB4DC4D7919}" dt="2024-04-18T08:46:17.764" v="5826" actId="14100"/>
          <ac:cxnSpMkLst>
            <pc:docMk/>
            <pc:sldMk cId="3890174323" sldId="485"/>
            <ac:cxnSpMk id="18" creationId="{3443C423-0886-4D40-A232-DCFA7C9651F3}"/>
          </ac:cxnSpMkLst>
        </pc:cxnChg>
        <pc:cxnChg chg="del">
          <ac:chgData name="东 阚" userId="3599d4e495008c55" providerId="LiveId" clId="{54D04F7E-F4F0-4B46-92B4-8BB4DC4D7919}" dt="2024-04-17T14:19:07.215" v="1120" actId="478"/>
          <ac:cxnSpMkLst>
            <pc:docMk/>
            <pc:sldMk cId="3890174323" sldId="485"/>
            <ac:cxnSpMk id="19" creationId="{9E77FA13-627E-4D60-8010-88411C1D949E}"/>
          </ac:cxnSpMkLst>
        </pc:cxnChg>
        <pc:cxnChg chg="del mod">
          <ac:chgData name="东 阚" userId="3599d4e495008c55" providerId="LiveId" clId="{54D04F7E-F4F0-4B46-92B4-8BB4DC4D7919}" dt="2024-04-17T14:19:07.215" v="1120" actId="478"/>
          <ac:cxnSpMkLst>
            <pc:docMk/>
            <pc:sldMk cId="3890174323" sldId="485"/>
            <ac:cxnSpMk id="22" creationId="{3E9548E5-EBC0-4FCB-B82A-2A91DBAB1833}"/>
          </ac:cxnSpMkLst>
        </pc:cxnChg>
        <pc:cxnChg chg="del">
          <ac:chgData name="东 阚" userId="3599d4e495008c55" providerId="LiveId" clId="{54D04F7E-F4F0-4B46-92B4-8BB4DC4D7919}" dt="2024-04-17T14:19:07.215" v="1120" actId="478"/>
          <ac:cxnSpMkLst>
            <pc:docMk/>
            <pc:sldMk cId="3890174323" sldId="485"/>
            <ac:cxnSpMk id="43" creationId="{0AAE85A9-522F-4306-8F63-C486F5D35D71}"/>
          </ac:cxnSpMkLst>
        </pc:cxnChg>
        <pc:cxnChg chg="del">
          <ac:chgData name="东 阚" userId="3599d4e495008c55" providerId="LiveId" clId="{54D04F7E-F4F0-4B46-92B4-8BB4DC4D7919}" dt="2024-04-17T14:19:12.452" v="1122" actId="478"/>
          <ac:cxnSpMkLst>
            <pc:docMk/>
            <pc:sldMk cId="3890174323" sldId="485"/>
            <ac:cxnSpMk id="45" creationId="{EC13A56B-4448-470A-A55F-2F810E231279}"/>
          </ac:cxnSpMkLst>
        </pc:cxnChg>
      </pc:sldChg>
      <pc:sldChg chg="delSp modSp mod modTransition modNotesTx">
        <pc:chgData name="东 阚" userId="3599d4e495008c55" providerId="LiveId" clId="{54D04F7E-F4F0-4B46-92B4-8BB4DC4D7919}" dt="2024-04-18T08:43:37.513" v="5772"/>
        <pc:sldMkLst>
          <pc:docMk/>
          <pc:sldMk cId="263390955" sldId="486"/>
        </pc:sldMkLst>
        <pc:spChg chg="mod">
          <ac:chgData name="东 阚" userId="3599d4e495008c55" providerId="LiveId" clId="{54D04F7E-F4F0-4B46-92B4-8BB4DC4D7919}" dt="2024-04-17T14:44:09.721" v="1468" actId="2711"/>
          <ac:spMkLst>
            <pc:docMk/>
            <pc:sldMk cId="263390955" sldId="486"/>
            <ac:spMk id="28" creationId="{A5A809AD-510D-4B21-B6E7-09685B79E4A1}"/>
          </ac:spMkLst>
        </pc:spChg>
        <pc:spChg chg="del">
          <ac:chgData name="东 阚" userId="3599d4e495008c55" providerId="LiveId" clId="{54D04F7E-F4F0-4B46-92B4-8BB4DC4D7919}" dt="2024-04-17T14:33:06.168" v="1273" actId="478"/>
          <ac:spMkLst>
            <pc:docMk/>
            <pc:sldMk cId="263390955" sldId="486"/>
            <ac:spMk id="30" creationId="{B2FA2C2E-1911-40B3-BDE0-5A84F2F44623}"/>
          </ac:spMkLst>
        </pc:spChg>
        <pc:spChg chg="del">
          <ac:chgData name="东 阚" userId="3599d4e495008c55" providerId="LiveId" clId="{54D04F7E-F4F0-4B46-92B4-8BB4DC4D7919}" dt="2024-04-17T14:33:06.168" v="1273" actId="478"/>
          <ac:spMkLst>
            <pc:docMk/>
            <pc:sldMk cId="263390955" sldId="486"/>
            <ac:spMk id="32" creationId="{52B22751-0BB2-4F9D-9112-8742E66268A9}"/>
          </ac:spMkLst>
        </pc:spChg>
        <pc:picChg chg="del">
          <ac:chgData name="东 阚" userId="3599d4e495008c55" providerId="LiveId" clId="{54D04F7E-F4F0-4B46-92B4-8BB4DC4D7919}" dt="2024-04-17T14:33:06.168" v="1273" actId="478"/>
          <ac:picMkLst>
            <pc:docMk/>
            <pc:sldMk cId="263390955" sldId="486"/>
            <ac:picMk id="10" creationId="{43078BEC-38E4-426C-9ED2-E4177FDAC0A8}"/>
          </ac:picMkLst>
        </pc:picChg>
        <pc:picChg chg="del">
          <ac:chgData name="东 阚" userId="3599d4e495008c55" providerId="LiveId" clId="{54D04F7E-F4F0-4B46-92B4-8BB4DC4D7919}" dt="2024-04-17T14:33:06.168" v="1273" actId="478"/>
          <ac:picMkLst>
            <pc:docMk/>
            <pc:sldMk cId="263390955" sldId="486"/>
            <ac:picMk id="13" creationId="{505486D3-0F70-4A64-B2F3-7C054DB7CE22}"/>
          </ac:picMkLst>
        </pc:picChg>
        <pc:picChg chg="del">
          <ac:chgData name="东 阚" userId="3599d4e495008c55" providerId="LiveId" clId="{54D04F7E-F4F0-4B46-92B4-8BB4DC4D7919}" dt="2024-04-17T14:33:06.993" v="1274" actId="478"/>
          <ac:picMkLst>
            <pc:docMk/>
            <pc:sldMk cId="263390955" sldId="486"/>
            <ac:picMk id="17" creationId="{CF94A477-5DE0-4889-9559-EE8736B536D0}"/>
          </ac:picMkLst>
        </pc:picChg>
      </pc:sldChg>
      <pc:sldChg chg="addSp delSp modSp mod modAnim modNotesTx">
        <pc:chgData name="东 阚" userId="3599d4e495008c55" providerId="LiveId" clId="{54D04F7E-F4F0-4B46-92B4-8BB4DC4D7919}" dt="2024-04-18T08:48:12.038" v="5837" actId="478"/>
        <pc:sldMkLst>
          <pc:docMk/>
          <pc:sldMk cId="3793390162" sldId="487"/>
        </pc:sldMkLst>
        <pc:spChg chg="mod">
          <ac:chgData name="东 阚" userId="3599d4e495008c55" providerId="LiveId" clId="{54D04F7E-F4F0-4B46-92B4-8BB4DC4D7919}" dt="2024-04-17T14:43:54.612" v="1464" actId="2711"/>
          <ac:spMkLst>
            <pc:docMk/>
            <pc:sldMk cId="3793390162" sldId="487"/>
            <ac:spMk id="7" creationId="{3AD537D8-8B3B-4279-84C2-935DC5A99A1F}"/>
          </ac:spMkLst>
        </pc:spChg>
        <pc:spChg chg="add mod">
          <ac:chgData name="东 阚" userId="3599d4e495008c55" providerId="LiveId" clId="{54D04F7E-F4F0-4B46-92B4-8BB4DC4D7919}" dt="2024-04-17T14:43:55.035" v="1465" actId="2711"/>
          <ac:spMkLst>
            <pc:docMk/>
            <pc:sldMk cId="3793390162" sldId="487"/>
            <ac:spMk id="20" creationId="{5461C3F8-1A7E-4719-8031-C85AE9677BD3}"/>
          </ac:spMkLst>
        </pc:spChg>
        <pc:spChg chg="add mod">
          <ac:chgData name="东 阚" userId="3599d4e495008c55" providerId="LiveId" clId="{54D04F7E-F4F0-4B46-92B4-8BB4DC4D7919}" dt="2024-04-17T14:46:22.903" v="1495" actId="14100"/>
          <ac:spMkLst>
            <pc:docMk/>
            <pc:sldMk cId="3793390162" sldId="487"/>
            <ac:spMk id="21" creationId="{09DEB1B8-D4C8-4BC3-A7C8-52B6D5050D1B}"/>
          </ac:spMkLst>
        </pc:spChg>
        <pc:spChg chg="add del mod">
          <ac:chgData name="东 阚" userId="3599d4e495008c55" providerId="LiveId" clId="{54D04F7E-F4F0-4B46-92B4-8BB4DC4D7919}" dt="2024-04-17T14:50:23.778" v="1553" actId="478"/>
          <ac:spMkLst>
            <pc:docMk/>
            <pc:sldMk cId="3793390162" sldId="487"/>
            <ac:spMk id="24" creationId="{D1643A95-158F-4220-B8A7-142558391A06}"/>
          </ac:spMkLst>
        </pc:spChg>
        <pc:spChg chg="add del mod">
          <ac:chgData name="东 阚" userId="3599d4e495008c55" providerId="LiveId" clId="{54D04F7E-F4F0-4B46-92B4-8BB4DC4D7919}" dt="2024-04-17T14:50:23.778" v="1553" actId="478"/>
          <ac:spMkLst>
            <pc:docMk/>
            <pc:sldMk cId="3793390162" sldId="487"/>
            <ac:spMk id="26" creationId="{7BBE5200-BEB1-4DD1-B806-0B7D2DE39C0B}"/>
          </ac:spMkLst>
        </pc:spChg>
        <pc:spChg chg="del">
          <ac:chgData name="东 阚" userId="3599d4e495008c55" providerId="LiveId" clId="{54D04F7E-F4F0-4B46-92B4-8BB4DC4D7919}" dt="2024-04-17T14:40:50.274" v="1364" actId="478"/>
          <ac:spMkLst>
            <pc:docMk/>
            <pc:sldMk cId="3793390162" sldId="487"/>
            <ac:spMk id="38" creationId="{99E2FF3A-A480-482D-AA69-5A1DFFF1CBF7}"/>
          </ac:spMkLst>
        </pc:spChg>
        <pc:picChg chg="add mod">
          <ac:chgData name="东 阚" userId="3599d4e495008c55" providerId="LiveId" clId="{54D04F7E-F4F0-4B46-92B4-8BB4DC4D7919}" dt="2024-04-17T14:41:36.683" v="1372" actId="1076"/>
          <ac:picMkLst>
            <pc:docMk/>
            <pc:sldMk cId="3793390162" sldId="487"/>
            <ac:picMk id="4" creationId="{7B1AA38E-2C68-4626-94A0-F1B05A47F258}"/>
          </ac:picMkLst>
        </pc:picChg>
        <pc:picChg chg="add mod">
          <ac:chgData name="东 阚" userId="3599d4e495008c55" providerId="LiveId" clId="{54D04F7E-F4F0-4B46-92B4-8BB4DC4D7919}" dt="2024-04-17T14:42:26.897" v="1381" actId="1076"/>
          <ac:picMkLst>
            <pc:docMk/>
            <pc:sldMk cId="3793390162" sldId="487"/>
            <ac:picMk id="9" creationId="{C6C10BF4-4CDA-45E2-A587-2507A621E832}"/>
          </ac:picMkLst>
        </pc:picChg>
        <pc:picChg chg="del">
          <ac:chgData name="东 阚" userId="3599d4e495008c55" providerId="LiveId" clId="{54D04F7E-F4F0-4B46-92B4-8BB4DC4D7919}" dt="2024-04-18T08:48:12.038" v="5837" actId="478"/>
          <ac:picMkLst>
            <pc:docMk/>
            <pc:sldMk cId="3793390162" sldId="487"/>
            <ac:picMk id="10" creationId="{43078BEC-38E4-426C-9ED2-E4177FDAC0A8}"/>
          </ac:picMkLst>
        </pc:picChg>
        <pc:picChg chg="add mod">
          <ac:chgData name="东 阚" userId="3599d4e495008c55" providerId="LiveId" clId="{54D04F7E-F4F0-4B46-92B4-8BB4DC4D7919}" dt="2024-04-17T14:46:31.822" v="1496" actId="1076"/>
          <ac:picMkLst>
            <pc:docMk/>
            <pc:sldMk cId="3793390162" sldId="487"/>
            <ac:picMk id="12" creationId="{A18C6485-13AD-46AC-B230-0085B66FCC13}"/>
          </ac:picMkLst>
        </pc:picChg>
        <pc:picChg chg="del">
          <ac:chgData name="东 阚" userId="3599d4e495008c55" providerId="LiveId" clId="{54D04F7E-F4F0-4B46-92B4-8BB4DC4D7919}" dt="2024-04-17T14:40:49.490" v="1363" actId="478"/>
          <ac:picMkLst>
            <pc:docMk/>
            <pc:sldMk cId="3793390162" sldId="487"/>
            <ac:picMk id="13" creationId="{505486D3-0F70-4A64-B2F3-7C054DB7CE22}"/>
          </ac:picMkLst>
        </pc:picChg>
        <pc:picChg chg="del">
          <ac:chgData name="东 阚" userId="3599d4e495008c55" providerId="LiveId" clId="{54D04F7E-F4F0-4B46-92B4-8BB4DC4D7919}" dt="2024-04-17T14:40:51.158" v="1365" actId="478"/>
          <ac:picMkLst>
            <pc:docMk/>
            <pc:sldMk cId="3793390162" sldId="487"/>
            <ac:picMk id="17" creationId="{CF94A477-5DE0-4889-9559-EE8736B536D0}"/>
          </ac:picMkLst>
        </pc:picChg>
        <pc:picChg chg="del">
          <ac:chgData name="东 阚" userId="3599d4e495008c55" providerId="LiveId" clId="{54D04F7E-F4F0-4B46-92B4-8BB4DC4D7919}" dt="2024-04-17T14:40:52.127" v="1366" actId="478"/>
          <ac:picMkLst>
            <pc:docMk/>
            <pc:sldMk cId="3793390162" sldId="487"/>
            <ac:picMk id="23" creationId="{2B5C7D0A-B910-4C8B-9C8A-B03E25B490B2}"/>
          </ac:picMkLst>
        </pc:picChg>
        <pc:picChg chg="mod">
          <ac:chgData name="东 阚" userId="3599d4e495008c55" providerId="LiveId" clId="{54D04F7E-F4F0-4B46-92B4-8BB4DC4D7919}" dt="2024-04-17T14:43:53.664" v="1462" actId="1076"/>
          <ac:picMkLst>
            <pc:docMk/>
            <pc:sldMk cId="3793390162" sldId="487"/>
            <ac:picMk id="33" creationId="{A650D770-DEEC-4BE6-AD08-D9E2C8B825EC}"/>
          </ac:picMkLst>
        </pc:picChg>
        <pc:picChg chg="del mod modCrop">
          <ac:chgData name="东 阚" userId="3599d4e495008c55" providerId="LiveId" clId="{54D04F7E-F4F0-4B46-92B4-8BB4DC4D7919}" dt="2024-04-17T14:41:42.325" v="1374" actId="478"/>
          <ac:picMkLst>
            <pc:docMk/>
            <pc:sldMk cId="3793390162" sldId="487"/>
            <ac:picMk id="34" creationId="{FDBBF64F-75BE-4424-9804-956E0372C42E}"/>
          </ac:picMkLst>
        </pc:picChg>
      </pc:sldChg>
      <pc:sldChg chg="modNotesTx">
        <pc:chgData name="东 阚" userId="3599d4e495008c55" providerId="LiveId" clId="{54D04F7E-F4F0-4B46-92B4-8BB4DC4D7919}" dt="2024-04-18T08:49:47.106" v="5993" actId="20577"/>
        <pc:sldMkLst>
          <pc:docMk/>
          <pc:sldMk cId="464753166" sldId="488"/>
        </pc:sldMkLst>
      </pc:sldChg>
      <pc:sldChg chg="addSp delSp modSp mod modTransition delAnim modAnim modNotesTx">
        <pc:chgData name="东 阚" userId="3599d4e495008c55" providerId="LiveId" clId="{54D04F7E-F4F0-4B46-92B4-8BB4DC4D7919}" dt="2024-04-18T08:53:23.831" v="6033" actId="20577"/>
        <pc:sldMkLst>
          <pc:docMk/>
          <pc:sldMk cId="3015721341" sldId="489"/>
        </pc:sldMkLst>
        <pc:spChg chg="mod">
          <ac:chgData name="东 阚" userId="3599d4e495008c55" providerId="LiveId" clId="{54D04F7E-F4F0-4B46-92B4-8BB4DC4D7919}" dt="2024-04-17T14:50:48.483" v="1558" actId="20577"/>
          <ac:spMkLst>
            <pc:docMk/>
            <pc:sldMk cId="3015721341" sldId="489"/>
            <ac:spMk id="3" creationId="{00000000-0000-0000-0000-000000000000}"/>
          </ac:spMkLst>
        </pc:spChg>
        <pc:spChg chg="del">
          <ac:chgData name="东 阚" userId="3599d4e495008c55" providerId="LiveId" clId="{54D04F7E-F4F0-4B46-92B4-8BB4DC4D7919}" dt="2024-04-17T14:48:18.947" v="1499" actId="478"/>
          <ac:spMkLst>
            <pc:docMk/>
            <pc:sldMk cId="3015721341" sldId="489"/>
            <ac:spMk id="6" creationId="{53E336E3-4E72-4181-87CB-17786128F1EE}"/>
          </ac:spMkLst>
        </pc:spChg>
        <pc:spChg chg="del">
          <ac:chgData name="东 阚" userId="3599d4e495008c55" providerId="LiveId" clId="{54D04F7E-F4F0-4B46-92B4-8BB4DC4D7919}" dt="2024-04-17T14:48:18.947" v="1499" actId="478"/>
          <ac:spMkLst>
            <pc:docMk/>
            <pc:sldMk cId="3015721341" sldId="489"/>
            <ac:spMk id="7" creationId="{3AD537D8-8B3B-4279-84C2-935DC5A99A1F}"/>
          </ac:spMkLst>
        </pc:spChg>
        <pc:spChg chg="del mod">
          <ac:chgData name="东 阚" userId="3599d4e495008c55" providerId="LiveId" clId="{54D04F7E-F4F0-4B46-92B4-8BB4DC4D7919}" dt="2024-04-17T14:50:29.205" v="1554" actId="478"/>
          <ac:spMkLst>
            <pc:docMk/>
            <pc:sldMk cId="3015721341" sldId="489"/>
            <ac:spMk id="8" creationId="{E9407B73-718B-45D9-B2DA-F360A670EB75}"/>
          </ac:spMkLst>
        </pc:spChg>
        <pc:spChg chg="del mod">
          <ac:chgData name="东 阚" userId="3599d4e495008c55" providerId="LiveId" clId="{54D04F7E-F4F0-4B46-92B4-8BB4DC4D7919}" dt="2024-04-17T14:50:29.205" v="1554" actId="478"/>
          <ac:spMkLst>
            <pc:docMk/>
            <pc:sldMk cId="3015721341" sldId="489"/>
            <ac:spMk id="9" creationId="{A6BCF752-2BCD-430D-AAEB-89F3FB8FC189}"/>
          </ac:spMkLst>
        </pc:spChg>
        <pc:spChg chg="del">
          <ac:chgData name="东 阚" userId="3599d4e495008c55" providerId="LiveId" clId="{54D04F7E-F4F0-4B46-92B4-8BB4DC4D7919}" dt="2024-04-17T14:48:20.838" v="1500" actId="478"/>
          <ac:spMkLst>
            <pc:docMk/>
            <pc:sldMk cId="3015721341" sldId="489"/>
            <ac:spMk id="10" creationId="{4BBC3A62-2040-4D35-8E9A-ED682140EE5E}"/>
          </ac:spMkLst>
        </pc:spChg>
        <pc:spChg chg="del">
          <ac:chgData name="东 阚" userId="3599d4e495008c55" providerId="LiveId" clId="{54D04F7E-F4F0-4B46-92B4-8BB4DC4D7919}" dt="2024-04-17T14:48:20.838" v="1500" actId="478"/>
          <ac:spMkLst>
            <pc:docMk/>
            <pc:sldMk cId="3015721341" sldId="489"/>
            <ac:spMk id="11" creationId="{2B80954B-6248-441D-860D-228C5C5B05B1}"/>
          </ac:spMkLst>
        </pc:spChg>
        <pc:spChg chg="add mod">
          <ac:chgData name="东 阚" userId="3599d4e495008c55" providerId="LiveId" clId="{54D04F7E-F4F0-4B46-92B4-8BB4DC4D7919}" dt="2024-04-17T14:50:29.528" v="1555"/>
          <ac:spMkLst>
            <pc:docMk/>
            <pc:sldMk cId="3015721341" sldId="489"/>
            <ac:spMk id="12" creationId="{8175DE3F-7DF2-4008-9094-A48F086FF034}"/>
          </ac:spMkLst>
        </pc:spChg>
        <pc:spChg chg="add mod">
          <ac:chgData name="东 阚" userId="3599d4e495008c55" providerId="LiveId" clId="{54D04F7E-F4F0-4B46-92B4-8BB4DC4D7919}" dt="2024-04-17T14:50:29.528" v="1555"/>
          <ac:spMkLst>
            <pc:docMk/>
            <pc:sldMk cId="3015721341" sldId="489"/>
            <ac:spMk id="13" creationId="{2406ABE6-EBA7-4892-9AD6-28A6071B9B8A}"/>
          </ac:spMkLst>
        </pc:spChg>
        <pc:spChg chg="add del mod">
          <ac:chgData name="东 阚" userId="3599d4e495008c55" providerId="LiveId" clId="{54D04F7E-F4F0-4B46-92B4-8BB4DC4D7919}" dt="2024-04-17T15:02:50.786" v="1670" actId="478"/>
          <ac:spMkLst>
            <pc:docMk/>
            <pc:sldMk cId="3015721341" sldId="489"/>
            <ac:spMk id="21" creationId="{BD13D41F-7B41-416D-BFCE-4D3886EB5BE8}"/>
          </ac:spMkLst>
        </pc:spChg>
        <pc:spChg chg="add del mod">
          <ac:chgData name="东 阚" userId="3599d4e495008c55" providerId="LiveId" clId="{54D04F7E-F4F0-4B46-92B4-8BB4DC4D7919}" dt="2024-04-17T15:02:50.786" v="1670" actId="478"/>
          <ac:spMkLst>
            <pc:docMk/>
            <pc:sldMk cId="3015721341" sldId="489"/>
            <ac:spMk id="22" creationId="{A5AD5E4F-EF63-4861-9EB4-2EB09C23C7CF}"/>
          </ac:spMkLst>
        </pc:spChg>
        <pc:spChg chg="add del mod">
          <ac:chgData name="东 阚" userId="3599d4e495008c55" providerId="LiveId" clId="{54D04F7E-F4F0-4B46-92B4-8BB4DC4D7919}" dt="2024-04-17T15:26:42.864" v="1870" actId="478"/>
          <ac:spMkLst>
            <pc:docMk/>
            <pc:sldMk cId="3015721341" sldId="489"/>
            <ac:spMk id="23" creationId="{5F2F3899-DE35-4C7D-92D2-E77A6A94956D}"/>
          </ac:spMkLst>
        </pc:spChg>
        <pc:spChg chg="add del mod">
          <ac:chgData name="东 阚" userId="3599d4e495008c55" providerId="LiveId" clId="{54D04F7E-F4F0-4B46-92B4-8BB4DC4D7919}" dt="2024-04-17T15:20:38.194" v="1801" actId="478"/>
          <ac:spMkLst>
            <pc:docMk/>
            <pc:sldMk cId="3015721341" sldId="489"/>
            <ac:spMk id="25" creationId="{489401C3-3E3F-40C8-9D76-EB01CF2F7DBA}"/>
          </ac:spMkLst>
        </pc:spChg>
        <pc:spChg chg="add del mod">
          <ac:chgData name="东 阚" userId="3599d4e495008c55" providerId="LiveId" clId="{54D04F7E-F4F0-4B46-92B4-8BB4DC4D7919}" dt="2024-04-17T15:26:42.864" v="1870" actId="478"/>
          <ac:spMkLst>
            <pc:docMk/>
            <pc:sldMk cId="3015721341" sldId="489"/>
            <ac:spMk id="26" creationId="{E4D140C8-FCAF-491B-99CF-16672CA4F946}"/>
          </ac:spMkLst>
        </pc:spChg>
        <pc:spChg chg="add del mod">
          <ac:chgData name="东 阚" userId="3599d4e495008c55" providerId="LiveId" clId="{54D04F7E-F4F0-4B46-92B4-8BB4DC4D7919}" dt="2024-04-17T15:26:41.464" v="1869" actId="478"/>
          <ac:spMkLst>
            <pc:docMk/>
            <pc:sldMk cId="3015721341" sldId="489"/>
            <ac:spMk id="27" creationId="{6735EC5F-A108-420A-989D-86B7782581D8}"/>
          </ac:spMkLst>
        </pc:spChg>
        <pc:spChg chg="add del mod">
          <ac:chgData name="东 阚" userId="3599d4e495008c55" providerId="LiveId" clId="{54D04F7E-F4F0-4B46-92B4-8BB4DC4D7919}" dt="2024-04-17T15:26:42.864" v="1870" actId="478"/>
          <ac:spMkLst>
            <pc:docMk/>
            <pc:sldMk cId="3015721341" sldId="489"/>
            <ac:spMk id="28" creationId="{1F94A08F-D4E3-47D6-BF9C-891DB623227D}"/>
          </ac:spMkLst>
        </pc:spChg>
        <pc:picChg chg="mod modCrop">
          <ac:chgData name="东 阚" userId="3599d4e495008c55" providerId="LiveId" clId="{54D04F7E-F4F0-4B46-92B4-8BB4DC4D7919}" dt="2024-04-18T08:51:44.710" v="6011" actId="1076"/>
          <ac:picMkLst>
            <pc:docMk/>
            <pc:sldMk cId="3015721341" sldId="489"/>
            <ac:picMk id="5" creationId="{5E588046-D326-4D6C-ABDC-D996F1C7A70F}"/>
          </ac:picMkLst>
        </pc:picChg>
        <pc:picChg chg="add del mod">
          <ac:chgData name="东 阚" userId="3599d4e495008c55" providerId="LiveId" clId="{54D04F7E-F4F0-4B46-92B4-8BB4DC4D7919}" dt="2024-04-18T08:51:32.595" v="6007" actId="478"/>
          <ac:picMkLst>
            <pc:docMk/>
            <pc:sldMk cId="3015721341" sldId="489"/>
            <ac:picMk id="6" creationId="{2503061B-3D61-4DFB-80AD-7C17E7DCCBE1}"/>
          </ac:picMkLst>
        </pc:picChg>
        <pc:picChg chg="add mod">
          <ac:chgData name="东 阚" userId="3599d4e495008c55" providerId="LiveId" clId="{54D04F7E-F4F0-4B46-92B4-8BB4DC4D7919}" dt="2024-04-18T08:51:39.464" v="6009" actId="1076"/>
          <ac:picMkLst>
            <pc:docMk/>
            <pc:sldMk cId="3015721341" sldId="489"/>
            <ac:picMk id="8" creationId="{EB1135AF-A513-4F0E-8C93-1BC999DA136F}"/>
          </ac:picMkLst>
        </pc:picChg>
        <pc:picChg chg="add del mod">
          <ac:chgData name="东 阚" userId="3599d4e495008c55" providerId="LiveId" clId="{54D04F7E-F4F0-4B46-92B4-8BB4DC4D7919}" dt="2024-04-17T14:51:14.239" v="1562" actId="478"/>
          <ac:picMkLst>
            <pc:docMk/>
            <pc:sldMk cId="3015721341" sldId="489"/>
            <ac:picMk id="14" creationId="{313A51F0-05C1-4BEC-B4F5-3EECD037E45E}"/>
          </ac:picMkLst>
        </pc:picChg>
        <pc:picChg chg="add mod">
          <ac:chgData name="东 阚" userId="3599d4e495008c55" providerId="LiveId" clId="{54D04F7E-F4F0-4B46-92B4-8BB4DC4D7919}" dt="2024-04-18T08:51:30.480" v="6006" actId="1076"/>
          <ac:picMkLst>
            <pc:docMk/>
            <pc:sldMk cId="3015721341" sldId="489"/>
            <ac:picMk id="16" creationId="{33F0C076-58F2-4184-BF4A-6AB04500B922}"/>
          </ac:picMkLst>
        </pc:picChg>
        <pc:picChg chg="add mod">
          <ac:chgData name="东 阚" userId="3599d4e495008c55" providerId="LiveId" clId="{54D04F7E-F4F0-4B46-92B4-8BB4DC4D7919}" dt="2024-04-17T15:04:41.609" v="1687" actId="1076"/>
          <ac:picMkLst>
            <pc:docMk/>
            <pc:sldMk cId="3015721341" sldId="489"/>
            <ac:picMk id="18" creationId="{18197C19-F955-4DFD-B009-639494EF9936}"/>
          </ac:picMkLst>
        </pc:picChg>
        <pc:picChg chg="add mod">
          <ac:chgData name="东 阚" userId="3599d4e495008c55" providerId="LiveId" clId="{54D04F7E-F4F0-4B46-92B4-8BB4DC4D7919}" dt="2024-04-18T08:51:36.692" v="6008" actId="1076"/>
          <ac:picMkLst>
            <pc:docMk/>
            <pc:sldMk cId="3015721341" sldId="489"/>
            <ac:picMk id="20" creationId="{F605B75F-37DD-40FD-A5BC-8379D97841EB}"/>
          </ac:picMkLst>
        </pc:picChg>
        <pc:picChg chg="add del mod">
          <ac:chgData name="东 阚" userId="3599d4e495008c55" providerId="LiveId" clId="{54D04F7E-F4F0-4B46-92B4-8BB4DC4D7919}" dt="2024-04-17T15:26:41.464" v="1869" actId="478"/>
          <ac:picMkLst>
            <pc:docMk/>
            <pc:sldMk cId="3015721341" sldId="489"/>
            <ac:picMk id="30" creationId="{64F3456A-AA8B-40A2-A538-61C8101ED095}"/>
          </ac:picMkLst>
        </pc:picChg>
        <pc:cxnChg chg="add mod">
          <ac:chgData name="东 阚" userId="3599d4e495008c55" providerId="LiveId" clId="{54D04F7E-F4F0-4B46-92B4-8BB4DC4D7919}" dt="2024-04-18T08:51:57.657" v="6014" actId="692"/>
          <ac:cxnSpMkLst>
            <pc:docMk/>
            <pc:sldMk cId="3015721341" sldId="489"/>
            <ac:cxnSpMk id="14" creationId="{A1F2795E-E333-49EA-9FD7-16B3C8B08CF8}"/>
          </ac:cxnSpMkLst>
        </pc:cxnChg>
      </pc:sldChg>
      <pc:sldChg chg="modNotesTx">
        <pc:chgData name="东 阚" userId="3599d4e495008c55" providerId="LiveId" clId="{54D04F7E-F4F0-4B46-92B4-8BB4DC4D7919}" dt="2024-04-18T08:56:41.604" v="6173" actId="20577"/>
        <pc:sldMkLst>
          <pc:docMk/>
          <pc:sldMk cId="3198424792" sldId="490"/>
        </pc:sldMkLst>
      </pc:sldChg>
      <pc:sldChg chg="addSp delSp modSp mod modTransition modAnim modNotesTx">
        <pc:chgData name="东 阚" userId="3599d4e495008c55" providerId="LiveId" clId="{54D04F7E-F4F0-4B46-92B4-8BB4DC4D7919}" dt="2024-04-18T09:00:05.074" v="6278" actId="20577"/>
        <pc:sldMkLst>
          <pc:docMk/>
          <pc:sldMk cId="3742369807" sldId="491"/>
        </pc:sldMkLst>
        <pc:spChg chg="mod">
          <ac:chgData name="东 阚" userId="3599d4e495008c55" providerId="LiveId" clId="{54D04F7E-F4F0-4B46-92B4-8BB4DC4D7919}" dt="2024-04-17T15:25:27.645" v="1833" actId="20577"/>
          <ac:spMkLst>
            <pc:docMk/>
            <pc:sldMk cId="3742369807" sldId="491"/>
            <ac:spMk id="3" creationId="{00000000-0000-0000-0000-000000000000}"/>
          </ac:spMkLst>
        </pc:spChg>
        <pc:spChg chg="del">
          <ac:chgData name="东 阚" userId="3599d4e495008c55" providerId="LiveId" clId="{54D04F7E-F4F0-4B46-92B4-8BB4DC4D7919}" dt="2024-04-17T15:02:32.354" v="1643" actId="478"/>
          <ac:spMkLst>
            <pc:docMk/>
            <pc:sldMk cId="3742369807" sldId="491"/>
            <ac:spMk id="6" creationId="{53E336E3-4E72-4181-87CB-17786128F1EE}"/>
          </ac:spMkLst>
        </pc:spChg>
        <pc:spChg chg="del">
          <ac:chgData name="东 阚" userId="3599d4e495008c55" providerId="LiveId" clId="{54D04F7E-F4F0-4B46-92B4-8BB4DC4D7919}" dt="2024-04-17T15:02:32.354" v="1643" actId="478"/>
          <ac:spMkLst>
            <pc:docMk/>
            <pc:sldMk cId="3742369807" sldId="491"/>
            <ac:spMk id="7" creationId="{3AD537D8-8B3B-4279-84C2-935DC5A99A1F}"/>
          </ac:spMkLst>
        </pc:spChg>
        <pc:spChg chg="del">
          <ac:chgData name="东 阚" userId="3599d4e495008c55" providerId="LiveId" clId="{54D04F7E-F4F0-4B46-92B4-8BB4DC4D7919}" dt="2024-04-17T15:02:32.354" v="1643" actId="478"/>
          <ac:spMkLst>
            <pc:docMk/>
            <pc:sldMk cId="3742369807" sldId="491"/>
            <ac:spMk id="8" creationId="{E9407B73-718B-45D9-B2DA-F360A670EB75}"/>
          </ac:spMkLst>
        </pc:spChg>
        <pc:spChg chg="del">
          <ac:chgData name="东 阚" userId="3599d4e495008c55" providerId="LiveId" clId="{54D04F7E-F4F0-4B46-92B4-8BB4DC4D7919}" dt="2024-04-17T15:02:32.354" v="1643" actId="478"/>
          <ac:spMkLst>
            <pc:docMk/>
            <pc:sldMk cId="3742369807" sldId="491"/>
            <ac:spMk id="9" creationId="{A6BCF752-2BCD-430D-AAEB-89F3FB8FC189}"/>
          </ac:spMkLst>
        </pc:spChg>
        <pc:spChg chg="del">
          <ac:chgData name="东 阚" userId="3599d4e495008c55" providerId="LiveId" clId="{54D04F7E-F4F0-4B46-92B4-8BB4DC4D7919}" dt="2024-04-17T15:02:57.577" v="1672" actId="478"/>
          <ac:spMkLst>
            <pc:docMk/>
            <pc:sldMk cId="3742369807" sldId="491"/>
            <ac:spMk id="10" creationId="{4BBC3A62-2040-4D35-8E9A-ED682140EE5E}"/>
          </ac:spMkLst>
        </pc:spChg>
        <pc:spChg chg="del">
          <ac:chgData name="东 阚" userId="3599d4e495008c55" providerId="LiveId" clId="{54D04F7E-F4F0-4B46-92B4-8BB4DC4D7919}" dt="2024-04-17T15:02:57.577" v="1672" actId="478"/>
          <ac:spMkLst>
            <pc:docMk/>
            <pc:sldMk cId="3742369807" sldId="491"/>
            <ac:spMk id="11" creationId="{2B80954B-6248-441D-860D-228C5C5B05B1}"/>
          </ac:spMkLst>
        </pc:spChg>
        <pc:spChg chg="add mod">
          <ac:chgData name="东 阚" userId="3599d4e495008c55" providerId="LiveId" clId="{54D04F7E-F4F0-4B46-92B4-8BB4DC4D7919}" dt="2024-04-17T15:02:53.404" v="1671"/>
          <ac:spMkLst>
            <pc:docMk/>
            <pc:sldMk cId="3742369807" sldId="491"/>
            <ac:spMk id="12" creationId="{2D0009AE-A076-40F2-AC5E-B318AD52E11D}"/>
          </ac:spMkLst>
        </pc:spChg>
        <pc:spChg chg="add mod">
          <ac:chgData name="东 阚" userId="3599d4e495008c55" providerId="LiveId" clId="{54D04F7E-F4F0-4B46-92B4-8BB4DC4D7919}" dt="2024-04-17T15:02:53.404" v="1671"/>
          <ac:spMkLst>
            <pc:docMk/>
            <pc:sldMk cId="3742369807" sldId="491"/>
            <ac:spMk id="13" creationId="{88D54806-DDA3-4AFB-BB33-DF2A5B9FAE33}"/>
          </ac:spMkLst>
        </pc:spChg>
        <pc:picChg chg="del mod modCrop">
          <ac:chgData name="东 阚" userId="3599d4e495008c55" providerId="LiveId" clId="{54D04F7E-F4F0-4B46-92B4-8BB4DC4D7919}" dt="2024-04-17T15:09:21.754" v="1728" actId="478"/>
          <ac:picMkLst>
            <pc:docMk/>
            <pc:sldMk cId="3742369807" sldId="491"/>
            <ac:picMk id="5" creationId="{5E588046-D326-4D6C-ABDC-D996F1C7A70F}"/>
          </ac:picMkLst>
        </pc:picChg>
        <pc:picChg chg="add mod">
          <ac:chgData name="东 阚" userId="3599d4e495008c55" providerId="LiveId" clId="{54D04F7E-F4F0-4B46-92B4-8BB4DC4D7919}" dt="2024-04-17T15:04:39.225" v="1686" actId="1076"/>
          <ac:picMkLst>
            <pc:docMk/>
            <pc:sldMk cId="3742369807" sldId="491"/>
            <ac:picMk id="14" creationId="{581B52C1-1057-4921-BD3A-6FC4C90AF80F}"/>
          </ac:picMkLst>
        </pc:picChg>
        <pc:picChg chg="add mod modCrop">
          <ac:chgData name="东 阚" userId="3599d4e495008c55" providerId="LiveId" clId="{54D04F7E-F4F0-4B46-92B4-8BB4DC4D7919}" dt="2024-04-17T15:06:22.147" v="1702" actId="1076"/>
          <ac:picMkLst>
            <pc:docMk/>
            <pc:sldMk cId="3742369807" sldId="491"/>
            <ac:picMk id="15" creationId="{2ED537E7-34F8-416C-99B3-300A125A5A65}"/>
          </ac:picMkLst>
        </pc:picChg>
        <pc:picChg chg="add mod">
          <ac:chgData name="东 阚" userId="3599d4e495008c55" providerId="LiveId" clId="{54D04F7E-F4F0-4B46-92B4-8BB4DC4D7919}" dt="2024-04-18T08:59:45.783" v="6215"/>
          <ac:picMkLst>
            <pc:docMk/>
            <pc:sldMk cId="3742369807" sldId="491"/>
            <ac:picMk id="16" creationId="{3A9444F0-E7B5-47B4-B1EE-ADE660D9B989}"/>
          </ac:picMkLst>
        </pc:picChg>
        <pc:picChg chg="add mod">
          <ac:chgData name="东 阚" userId="3599d4e495008c55" providerId="LiveId" clId="{54D04F7E-F4F0-4B46-92B4-8BB4DC4D7919}" dt="2024-04-17T15:10:07.379" v="1743" actId="1076"/>
          <ac:picMkLst>
            <pc:docMk/>
            <pc:sldMk cId="3742369807" sldId="491"/>
            <ac:picMk id="17" creationId="{AD3598BE-26F1-4247-B93E-0D26218C92E5}"/>
          </ac:picMkLst>
        </pc:picChg>
        <pc:picChg chg="add mod">
          <ac:chgData name="东 阚" userId="3599d4e495008c55" providerId="LiveId" clId="{54D04F7E-F4F0-4B46-92B4-8BB4DC4D7919}" dt="2024-04-17T15:10:52.916" v="1748" actId="1076"/>
          <ac:picMkLst>
            <pc:docMk/>
            <pc:sldMk cId="3742369807" sldId="491"/>
            <ac:picMk id="19" creationId="{07467DC6-8E06-40E0-ABFC-F9625B453F54}"/>
          </ac:picMkLst>
        </pc:picChg>
        <pc:picChg chg="add mod">
          <ac:chgData name="东 阚" userId="3599d4e495008c55" providerId="LiveId" clId="{54D04F7E-F4F0-4B46-92B4-8BB4DC4D7919}" dt="2024-04-17T15:26:27.676" v="1865" actId="1076"/>
          <ac:picMkLst>
            <pc:docMk/>
            <pc:sldMk cId="3742369807" sldId="491"/>
            <ac:picMk id="21" creationId="{B6332C0B-ECF4-4F53-A6F3-CB13FF1C7C4A}"/>
          </ac:picMkLst>
        </pc:picChg>
        <pc:picChg chg="add mod ord modCrop">
          <ac:chgData name="东 阚" userId="3599d4e495008c55" providerId="LiveId" clId="{54D04F7E-F4F0-4B46-92B4-8BB4DC4D7919}" dt="2024-04-17T15:26:24.534" v="1864" actId="1038"/>
          <ac:picMkLst>
            <pc:docMk/>
            <pc:sldMk cId="3742369807" sldId="491"/>
            <ac:picMk id="22" creationId="{F8F7428A-D60E-4EA0-8AAD-BB381628AEF2}"/>
          </ac:picMkLst>
        </pc:picChg>
      </pc:sldChg>
      <pc:sldChg chg="addSp delSp modSp mod modAnim">
        <pc:chgData name="东 阚" userId="3599d4e495008c55" providerId="LiveId" clId="{54D04F7E-F4F0-4B46-92B4-8BB4DC4D7919}" dt="2024-04-18T09:00:16.584" v="6279"/>
        <pc:sldMkLst>
          <pc:docMk/>
          <pc:sldMk cId="1452890766" sldId="492"/>
        </pc:sldMkLst>
        <pc:spChg chg="mod">
          <ac:chgData name="东 阚" userId="3599d4e495008c55" providerId="LiveId" clId="{54D04F7E-F4F0-4B46-92B4-8BB4DC4D7919}" dt="2024-04-17T15:25:33.318" v="1834"/>
          <ac:spMkLst>
            <pc:docMk/>
            <pc:sldMk cId="1452890766" sldId="492"/>
            <ac:spMk id="3" creationId="{00000000-0000-0000-0000-000000000000}"/>
          </ac:spMkLst>
        </pc:spChg>
        <pc:spChg chg="add mod">
          <ac:chgData name="东 阚" userId="3599d4e495008c55" providerId="LiveId" clId="{54D04F7E-F4F0-4B46-92B4-8BB4DC4D7919}" dt="2024-04-17T17:06:04.175" v="3152" actId="12"/>
          <ac:spMkLst>
            <pc:docMk/>
            <pc:sldMk cId="1452890766" sldId="492"/>
            <ac:spMk id="16" creationId="{BD50D9E3-835F-4418-950A-5D4C93EFB6B6}"/>
          </ac:spMkLst>
        </pc:spChg>
        <pc:spChg chg="add mod">
          <ac:chgData name="东 阚" userId="3599d4e495008c55" providerId="LiveId" clId="{54D04F7E-F4F0-4B46-92B4-8BB4DC4D7919}" dt="2024-04-17T15:26:19.890" v="1853" actId="1038"/>
          <ac:spMkLst>
            <pc:docMk/>
            <pc:sldMk cId="1452890766" sldId="492"/>
            <ac:spMk id="18" creationId="{19F8E74A-542E-48F0-956D-BE6A0C56A5F9}"/>
          </ac:spMkLst>
        </pc:spChg>
        <pc:spChg chg="add mod">
          <ac:chgData name="东 阚" userId="3599d4e495008c55" providerId="LiveId" clId="{54D04F7E-F4F0-4B46-92B4-8BB4DC4D7919}" dt="2024-04-17T15:26:19.890" v="1853" actId="1038"/>
          <ac:spMkLst>
            <pc:docMk/>
            <pc:sldMk cId="1452890766" sldId="492"/>
            <ac:spMk id="20" creationId="{12458F88-6855-47DC-8C84-E9362F248843}"/>
          </ac:spMkLst>
        </pc:spChg>
        <pc:spChg chg="add mod">
          <ac:chgData name="东 阚" userId="3599d4e495008c55" providerId="LiveId" clId="{54D04F7E-F4F0-4B46-92B4-8BB4DC4D7919}" dt="2024-04-17T15:26:56.450" v="1873" actId="20577"/>
          <ac:spMkLst>
            <pc:docMk/>
            <pc:sldMk cId="1452890766" sldId="492"/>
            <ac:spMk id="23" creationId="{437AC510-36F5-46B3-B25E-C58C792C484A}"/>
          </ac:spMkLst>
        </pc:spChg>
        <pc:spChg chg="add del mod">
          <ac:chgData name="东 阚" userId="3599d4e495008c55" providerId="LiveId" clId="{54D04F7E-F4F0-4B46-92B4-8BB4DC4D7919}" dt="2024-04-17T15:41:41.287" v="1960" actId="478"/>
          <ac:spMkLst>
            <pc:docMk/>
            <pc:sldMk cId="1452890766" sldId="492"/>
            <ac:spMk id="28" creationId="{C527B299-89C5-4BCA-AAD3-6C336900BD86}"/>
          </ac:spMkLst>
        </pc:spChg>
        <pc:spChg chg="add mod">
          <ac:chgData name="东 阚" userId="3599d4e495008c55" providerId="LiveId" clId="{54D04F7E-F4F0-4B46-92B4-8BB4DC4D7919}" dt="2024-04-17T15:42:43.984" v="1975" actId="20577"/>
          <ac:spMkLst>
            <pc:docMk/>
            <pc:sldMk cId="1452890766" sldId="492"/>
            <ac:spMk id="30" creationId="{4B8AEB6A-1419-46B3-91DC-68BAEF384369}"/>
          </ac:spMkLst>
        </pc:spChg>
        <pc:picChg chg="del">
          <ac:chgData name="东 阚" userId="3599d4e495008c55" providerId="LiveId" clId="{54D04F7E-F4F0-4B46-92B4-8BB4DC4D7919}" dt="2024-04-17T15:25:38.780" v="1835" actId="478"/>
          <ac:picMkLst>
            <pc:docMk/>
            <pc:sldMk cId="1452890766" sldId="492"/>
            <ac:picMk id="15" creationId="{2ED537E7-34F8-416C-99B3-300A125A5A65}"/>
          </ac:picMkLst>
        </pc:picChg>
        <pc:picChg chg="del">
          <ac:chgData name="东 阚" userId="3599d4e495008c55" providerId="LiveId" clId="{54D04F7E-F4F0-4B46-92B4-8BB4DC4D7919}" dt="2024-04-17T15:25:40.003" v="1836" actId="478"/>
          <ac:picMkLst>
            <pc:docMk/>
            <pc:sldMk cId="1452890766" sldId="492"/>
            <ac:picMk id="17" creationId="{AD3598BE-26F1-4247-B93E-0D26218C92E5}"/>
          </ac:picMkLst>
        </pc:picChg>
        <pc:picChg chg="del">
          <ac:chgData name="东 阚" userId="3599d4e495008c55" providerId="LiveId" clId="{54D04F7E-F4F0-4B46-92B4-8BB4DC4D7919}" dt="2024-04-17T15:25:40.003" v="1836" actId="478"/>
          <ac:picMkLst>
            <pc:docMk/>
            <pc:sldMk cId="1452890766" sldId="492"/>
            <ac:picMk id="19" creationId="{07467DC6-8E06-40E0-ABFC-F9625B453F54}"/>
          </ac:picMkLst>
        </pc:picChg>
        <pc:picChg chg="del">
          <ac:chgData name="东 阚" userId="3599d4e495008c55" providerId="LiveId" clId="{54D04F7E-F4F0-4B46-92B4-8BB4DC4D7919}" dt="2024-04-17T15:25:40.003" v="1836" actId="478"/>
          <ac:picMkLst>
            <pc:docMk/>
            <pc:sldMk cId="1452890766" sldId="492"/>
            <ac:picMk id="21" creationId="{B6332C0B-ECF4-4F53-A6F3-CB13FF1C7C4A}"/>
          </ac:picMkLst>
        </pc:picChg>
        <pc:picChg chg="del">
          <ac:chgData name="东 阚" userId="3599d4e495008c55" providerId="LiveId" clId="{54D04F7E-F4F0-4B46-92B4-8BB4DC4D7919}" dt="2024-04-17T15:26:11.338" v="1840" actId="478"/>
          <ac:picMkLst>
            <pc:docMk/>
            <pc:sldMk cId="1452890766" sldId="492"/>
            <ac:picMk id="22" creationId="{F8F7428A-D60E-4EA0-8AAD-BB381628AEF2}"/>
          </ac:picMkLst>
        </pc:picChg>
        <pc:picChg chg="add mod">
          <ac:chgData name="东 阚" userId="3599d4e495008c55" providerId="LiveId" clId="{54D04F7E-F4F0-4B46-92B4-8BB4DC4D7919}" dt="2024-04-17T15:26:19.890" v="1853" actId="1038"/>
          <ac:picMkLst>
            <pc:docMk/>
            <pc:sldMk cId="1452890766" sldId="492"/>
            <ac:picMk id="24" creationId="{80E483DB-5247-40D5-A8B5-CAFA72EE03B7}"/>
          </ac:picMkLst>
        </pc:picChg>
        <pc:picChg chg="add del mod ord">
          <ac:chgData name="东 阚" userId="3599d4e495008c55" providerId="LiveId" clId="{54D04F7E-F4F0-4B46-92B4-8BB4DC4D7919}" dt="2024-04-17T15:26:32.620" v="1866" actId="478"/>
          <ac:picMkLst>
            <pc:docMk/>
            <pc:sldMk cId="1452890766" sldId="492"/>
            <ac:picMk id="25" creationId="{8A57E31A-F29C-4F0A-84AC-649510358B41}"/>
          </ac:picMkLst>
        </pc:picChg>
        <pc:picChg chg="add mod ord">
          <ac:chgData name="东 阚" userId="3599d4e495008c55" providerId="LiveId" clId="{54D04F7E-F4F0-4B46-92B4-8BB4DC4D7919}" dt="2024-04-17T15:26:34.613" v="1868" actId="167"/>
          <ac:picMkLst>
            <pc:docMk/>
            <pc:sldMk cId="1452890766" sldId="492"/>
            <ac:picMk id="26" creationId="{95C439B5-36D4-453E-8813-E66806EC3B47}"/>
          </ac:picMkLst>
        </pc:picChg>
        <pc:picChg chg="add del mod">
          <ac:chgData name="东 阚" userId="3599d4e495008c55" providerId="LiveId" clId="{54D04F7E-F4F0-4B46-92B4-8BB4DC4D7919}" dt="2024-04-17T15:41:41.287" v="1960" actId="478"/>
          <ac:picMkLst>
            <pc:docMk/>
            <pc:sldMk cId="1452890766" sldId="492"/>
            <ac:picMk id="27" creationId="{096B9F60-D09D-4F8C-900F-5CF70303A2DB}"/>
          </ac:picMkLst>
        </pc:picChg>
        <pc:picChg chg="add mod">
          <ac:chgData name="东 阚" userId="3599d4e495008c55" providerId="LiveId" clId="{54D04F7E-F4F0-4B46-92B4-8BB4DC4D7919}" dt="2024-04-17T15:41:38.412" v="1959"/>
          <ac:picMkLst>
            <pc:docMk/>
            <pc:sldMk cId="1452890766" sldId="492"/>
            <ac:picMk id="29" creationId="{BA8A2B18-A781-4D21-9013-70F0FF4EE982}"/>
          </ac:picMkLst>
        </pc:picChg>
      </pc:sldChg>
      <pc:sldChg chg="addSp delSp modSp mod modTransition delAnim">
        <pc:chgData name="东 阚" userId="3599d4e495008c55" providerId="LiveId" clId="{54D04F7E-F4F0-4B46-92B4-8BB4DC4D7919}" dt="2024-04-18T11:14:10.463" v="6469" actId="207"/>
        <pc:sldMkLst>
          <pc:docMk/>
          <pc:sldMk cId="872477431" sldId="493"/>
        </pc:sldMkLst>
        <pc:spChg chg="add mod">
          <ac:chgData name="东 阚" userId="3599d4e495008c55" providerId="LiveId" clId="{54D04F7E-F4F0-4B46-92B4-8BB4DC4D7919}" dt="2024-04-17T15:42:50.350" v="1977"/>
          <ac:spMkLst>
            <pc:docMk/>
            <pc:sldMk cId="872477431" sldId="493"/>
            <ac:spMk id="15" creationId="{88F549EE-AD1B-4EE1-99BF-C5CA62872835}"/>
          </ac:spMkLst>
        </pc:spChg>
        <pc:spChg chg="del">
          <ac:chgData name="东 阚" userId="3599d4e495008c55" providerId="LiveId" clId="{54D04F7E-F4F0-4B46-92B4-8BB4DC4D7919}" dt="2024-04-17T15:41:06.634" v="1890" actId="478"/>
          <ac:spMkLst>
            <pc:docMk/>
            <pc:sldMk cId="872477431" sldId="493"/>
            <ac:spMk id="16" creationId="{BD50D9E3-835F-4418-950A-5D4C93EFB6B6}"/>
          </ac:spMkLst>
        </pc:spChg>
        <pc:spChg chg="add mod">
          <ac:chgData name="东 阚" userId="3599d4e495008c55" providerId="LiveId" clId="{54D04F7E-F4F0-4B46-92B4-8BB4DC4D7919}" dt="2024-04-18T11:14:10.463" v="6469" actId="207"/>
          <ac:spMkLst>
            <pc:docMk/>
            <pc:sldMk cId="872477431" sldId="493"/>
            <ac:spMk id="17" creationId="{231C6A30-3395-4F6B-B664-69126AFAF217}"/>
          </ac:spMkLst>
        </pc:spChg>
        <pc:spChg chg="del">
          <ac:chgData name="东 阚" userId="3599d4e495008c55" providerId="LiveId" clId="{54D04F7E-F4F0-4B46-92B4-8BB4DC4D7919}" dt="2024-04-17T15:41:06.634" v="1890" actId="478"/>
          <ac:spMkLst>
            <pc:docMk/>
            <pc:sldMk cId="872477431" sldId="493"/>
            <ac:spMk id="18" creationId="{19F8E74A-542E-48F0-956D-BE6A0C56A5F9}"/>
          </ac:spMkLst>
        </pc:spChg>
        <pc:spChg chg="add mod">
          <ac:chgData name="东 阚" userId="3599d4e495008c55" providerId="LiveId" clId="{54D04F7E-F4F0-4B46-92B4-8BB4DC4D7919}" dt="2024-04-17T17:05:58.450" v="3151" actId="12"/>
          <ac:spMkLst>
            <pc:docMk/>
            <pc:sldMk cId="872477431" sldId="493"/>
            <ac:spMk id="19" creationId="{BBD9DD98-6E10-428C-A951-816FD1EDC5B2}"/>
          </ac:spMkLst>
        </pc:spChg>
        <pc:spChg chg="del">
          <ac:chgData name="东 阚" userId="3599d4e495008c55" providerId="LiveId" clId="{54D04F7E-F4F0-4B46-92B4-8BB4DC4D7919}" dt="2024-04-17T15:41:06.634" v="1890" actId="478"/>
          <ac:spMkLst>
            <pc:docMk/>
            <pc:sldMk cId="872477431" sldId="493"/>
            <ac:spMk id="20" creationId="{12458F88-6855-47DC-8C84-E9362F248843}"/>
          </ac:spMkLst>
        </pc:spChg>
        <pc:spChg chg="del">
          <ac:chgData name="东 阚" userId="3599d4e495008c55" providerId="LiveId" clId="{54D04F7E-F4F0-4B46-92B4-8BB4DC4D7919}" dt="2024-04-17T15:41:09.351" v="1891" actId="478"/>
          <ac:spMkLst>
            <pc:docMk/>
            <pc:sldMk cId="872477431" sldId="493"/>
            <ac:spMk id="23" creationId="{437AC510-36F5-46B3-B25E-C58C792C484A}"/>
          </ac:spMkLst>
        </pc:spChg>
        <pc:spChg chg="del mod">
          <ac:chgData name="东 阚" userId="3599d4e495008c55" providerId="LiveId" clId="{54D04F7E-F4F0-4B46-92B4-8BB4DC4D7919}" dt="2024-04-17T15:42:50.075" v="1976" actId="478"/>
          <ac:spMkLst>
            <pc:docMk/>
            <pc:sldMk cId="872477431" sldId="493"/>
            <ac:spMk id="28" creationId="{C527B299-89C5-4BCA-AAD3-6C336900BD86}"/>
          </ac:spMkLst>
        </pc:spChg>
        <pc:picChg chg="add mod">
          <ac:chgData name="东 阚" userId="3599d4e495008c55" providerId="LiveId" clId="{54D04F7E-F4F0-4B46-92B4-8BB4DC4D7919}" dt="2024-04-17T16:02:21.380" v="2021" actId="1076"/>
          <ac:picMkLst>
            <pc:docMk/>
            <pc:sldMk cId="872477431" sldId="493"/>
            <ac:picMk id="5" creationId="{97DA8D11-0C1A-4B55-B335-3E9A7D7F9CF8}"/>
          </ac:picMkLst>
        </pc:picChg>
        <pc:picChg chg="mod">
          <ac:chgData name="东 阚" userId="3599d4e495008c55" providerId="LiveId" clId="{54D04F7E-F4F0-4B46-92B4-8BB4DC4D7919}" dt="2024-04-17T15:41:31.649" v="1958" actId="1076"/>
          <ac:picMkLst>
            <pc:docMk/>
            <pc:sldMk cId="872477431" sldId="493"/>
            <ac:picMk id="24" creationId="{80E483DB-5247-40D5-A8B5-CAFA72EE03B7}"/>
          </ac:picMkLst>
        </pc:picChg>
        <pc:picChg chg="mod">
          <ac:chgData name="东 阚" userId="3599d4e495008c55" providerId="LiveId" clId="{54D04F7E-F4F0-4B46-92B4-8BB4DC4D7919}" dt="2024-04-17T15:41:29.900" v="1957" actId="1076"/>
          <ac:picMkLst>
            <pc:docMk/>
            <pc:sldMk cId="872477431" sldId="493"/>
            <ac:picMk id="27" creationId="{096B9F60-D09D-4F8C-900F-5CF70303A2DB}"/>
          </ac:picMkLst>
        </pc:picChg>
        <pc:cxnChg chg="add mod">
          <ac:chgData name="东 阚" userId="3599d4e495008c55" providerId="LiveId" clId="{54D04F7E-F4F0-4B46-92B4-8BB4DC4D7919}" dt="2024-04-17T16:04:51.726" v="2053" actId="14100"/>
          <ac:cxnSpMkLst>
            <pc:docMk/>
            <pc:sldMk cId="872477431" sldId="493"/>
            <ac:cxnSpMk id="21" creationId="{45706D2F-3669-4CA1-A7FB-173F278C62E0}"/>
          </ac:cxnSpMkLst>
        </pc:cxnChg>
      </pc:sldChg>
      <pc:sldChg chg="addSp delSp modSp mod">
        <pc:chgData name="东 阚" userId="3599d4e495008c55" providerId="LiveId" clId="{54D04F7E-F4F0-4B46-92B4-8BB4DC4D7919}" dt="2024-04-18T11:14:15.034" v="6470" actId="207"/>
        <pc:sldMkLst>
          <pc:docMk/>
          <pc:sldMk cId="4172998337" sldId="494"/>
        </pc:sldMkLst>
        <pc:spChg chg="del">
          <ac:chgData name="东 阚" userId="3599d4e495008c55" providerId="LiveId" clId="{54D04F7E-F4F0-4B46-92B4-8BB4DC4D7919}" dt="2024-04-17T16:03:39.203" v="2024" actId="478"/>
          <ac:spMkLst>
            <pc:docMk/>
            <pc:sldMk cId="4172998337" sldId="494"/>
            <ac:spMk id="15" creationId="{88F549EE-AD1B-4EE1-99BF-C5CA62872835}"/>
          </ac:spMkLst>
        </pc:spChg>
        <pc:spChg chg="mod">
          <ac:chgData name="东 阚" userId="3599d4e495008c55" providerId="LiveId" clId="{54D04F7E-F4F0-4B46-92B4-8BB4DC4D7919}" dt="2024-04-18T11:14:15.034" v="6470" actId="207"/>
          <ac:spMkLst>
            <pc:docMk/>
            <pc:sldMk cId="4172998337" sldId="494"/>
            <ac:spMk id="17" creationId="{231C6A30-3395-4F6B-B664-69126AFAF217}"/>
          </ac:spMkLst>
        </pc:spChg>
        <pc:spChg chg="del">
          <ac:chgData name="东 阚" userId="3599d4e495008c55" providerId="LiveId" clId="{54D04F7E-F4F0-4B46-92B4-8BB4DC4D7919}" dt="2024-04-17T16:03:33.735" v="2022" actId="478"/>
          <ac:spMkLst>
            <pc:docMk/>
            <pc:sldMk cId="4172998337" sldId="494"/>
            <ac:spMk id="19" creationId="{BBD9DD98-6E10-428C-A951-816FD1EDC5B2}"/>
          </ac:spMkLst>
        </pc:spChg>
        <pc:picChg chg="mod">
          <ac:chgData name="东 阚" userId="3599d4e495008c55" providerId="LiveId" clId="{54D04F7E-F4F0-4B46-92B4-8BB4DC4D7919}" dt="2024-04-17T16:04:10.598" v="2047" actId="1076"/>
          <ac:picMkLst>
            <pc:docMk/>
            <pc:sldMk cId="4172998337" sldId="494"/>
            <ac:picMk id="5" creationId="{97DA8D11-0C1A-4B55-B335-3E9A7D7F9CF8}"/>
          </ac:picMkLst>
        </pc:picChg>
        <pc:picChg chg="add mod ord">
          <ac:chgData name="东 阚" userId="3599d4e495008c55" providerId="LiveId" clId="{54D04F7E-F4F0-4B46-92B4-8BB4DC4D7919}" dt="2024-04-17T16:25:18.093" v="2419" actId="1035"/>
          <ac:picMkLst>
            <pc:docMk/>
            <pc:sldMk cId="4172998337" sldId="494"/>
            <ac:picMk id="8" creationId="{7E76A163-3AEB-48B0-921A-7BC4C71E5D3F}"/>
          </ac:picMkLst>
        </pc:picChg>
        <pc:picChg chg="add mod">
          <ac:chgData name="东 阚" userId="3599d4e495008c55" providerId="LiveId" clId="{54D04F7E-F4F0-4B46-92B4-8BB4DC4D7919}" dt="2024-04-17T16:25:18.093" v="2419" actId="1035"/>
          <ac:picMkLst>
            <pc:docMk/>
            <pc:sldMk cId="4172998337" sldId="494"/>
            <ac:picMk id="10" creationId="{72F07358-8227-4A29-808F-E9A298594527}"/>
          </ac:picMkLst>
        </pc:picChg>
        <pc:picChg chg="add mod">
          <ac:chgData name="东 阚" userId="3599d4e495008c55" providerId="LiveId" clId="{54D04F7E-F4F0-4B46-92B4-8BB4DC4D7919}" dt="2024-04-17T16:25:18.093" v="2419" actId="1035"/>
          <ac:picMkLst>
            <pc:docMk/>
            <pc:sldMk cId="4172998337" sldId="494"/>
            <ac:picMk id="22" creationId="{D70320BF-1BE7-4C8B-B409-3601C0A9CC4B}"/>
          </ac:picMkLst>
        </pc:picChg>
        <pc:picChg chg="del">
          <ac:chgData name="东 阚" userId="3599d4e495008c55" providerId="LiveId" clId="{54D04F7E-F4F0-4B46-92B4-8BB4DC4D7919}" dt="2024-04-17T16:03:35.021" v="2023" actId="478"/>
          <ac:picMkLst>
            <pc:docMk/>
            <pc:sldMk cId="4172998337" sldId="494"/>
            <ac:picMk id="24" creationId="{80E483DB-5247-40D5-A8B5-CAFA72EE03B7}"/>
          </ac:picMkLst>
        </pc:picChg>
        <pc:picChg chg="add mod">
          <ac:chgData name="东 阚" userId="3599d4e495008c55" providerId="LiveId" clId="{54D04F7E-F4F0-4B46-92B4-8BB4DC4D7919}" dt="2024-04-17T16:25:18.093" v="2419" actId="1035"/>
          <ac:picMkLst>
            <pc:docMk/>
            <pc:sldMk cId="4172998337" sldId="494"/>
            <ac:picMk id="25" creationId="{AA02127B-79CF-4996-A567-BA50E81C83CA}"/>
          </ac:picMkLst>
        </pc:picChg>
        <pc:picChg chg="del">
          <ac:chgData name="东 阚" userId="3599d4e495008c55" providerId="LiveId" clId="{54D04F7E-F4F0-4B46-92B4-8BB4DC4D7919}" dt="2024-04-17T16:03:39.203" v="2024" actId="478"/>
          <ac:picMkLst>
            <pc:docMk/>
            <pc:sldMk cId="4172998337" sldId="494"/>
            <ac:picMk id="27" creationId="{096B9F60-D09D-4F8C-900F-5CF70303A2DB}"/>
          </ac:picMkLst>
        </pc:picChg>
        <pc:cxnChg chg="add mod">
          <ac:chgData name="东 阚" userId="3599d4e495008c55" providerId="LiveId" clId="{54D04F7E-F4F0-4B46-92B4-8BB4DC4D7919}" dt="2024-04-17T16:04:29.061" v="2050" actId="14100"/>
          <ac:cxnSpMkLst>
            <pc:docMk/>
            <pc:sldMk cId="4172998337" sldId="494"/>
            <ac:cxnSpMk id="16" creationId="{0B09CC11-011B-40D0-B22A-7896C2081371}"/>
          </ac:cxnSpMkLst>
        </pc:cxnChg>
        <pc:cxnChg chg="add mod">
          <ac:chgData name="东 阚" userId="3599d4e495008c55" providerId="LiveId" clId="{54D04F7E-F4F0-4B46-92B4-8BB4DC4D7919}" dt="2024-04-17T16:25:18.093" v="2419" actId="1035"/>
          <ac:cxnSpMkLst>
            <pc:docMk/>
            <pc:sldMk cId="4172998337" sldId="494"/>
            <ac:cxnSpMk id="21" creationId="{2D7BCC6E-B6C0-4267-B3FF-F9E1A16D30B8}"/>
          </ac:cxnSpMkLst>
        </pc:cxnChg>
        <pc:cxnChg chg="add mod">
          <ac:chgData name="东 阚" userId="3599d4e495008c55" providerId="LiveId" clId="{54D04F7E-F4F0-4B46-92B4-8BB4DC4D7919}" dt="2024-04-17T16:25:18.093" v="2419" actId="1035"/>
          <ac:cxnSpMkLst>
            <pc:docMk/>
            <pc:sldMk cId="4172998337" sldId="494"/>
            <ac:cxnSpMk id="28" creationId="{11ED14ED-392B-44D5-B82D-CF73D8632D60}"/>
          </ac:cxnSpMkLst>
        </pc:cxnChg>
        <pc:cxnChg chg="add mod">
          <ac:chgData name="东 阚" userId="3599d4e495008c55" providerId="LiveId" clId="{54D04F7E-F4F0-4B46-92B4-8BB4DC4D7919}" dt="2024-04-17T16:12:02.491" v="2090" actId="571"/>
          <ac:cxnSpMkLst>
            <pc:docMk/>
            <pc:sldMk cId="4172998337" sldId="494"/>
            <ac:cxnSpMk id="32" creationId="{F17AA52D-3CD5-4334-8CED-A56D72108B0F}"/>
          </ac:cxnSpMkLst>
        </pc:cxnChg>
        <pc:cxnChg chg="add mod">
          <ac:chgData name="东 阚" userId="3599d4e495008c55" providerId="LiveId" clId="{54D04F7E-F4F0-4B46-92B4-8BB4DC4D7919}" dt="2024-04-17T16:25:18.093" v="2419" actId="1035"/>
          <ac:cxnSpMkLst>
            <pc:docMk/>
            <pc:sldMk cId="4172998337" sldId="494"/>
            <ac:cxnSpMk id="33" creationId="{3DD6EDD8-BC16-450A-B3FA-AA80ED9A2FE2}"/>
          </ac:cxnSpMkLst>
        </pc:cxnChg>
        <pc:cxnChg chg="add mod">
          <ac:chgData name="东 阚" userId="3599d4e495008c55" providerId="LiveId" clId="{54D04F7E-F4F0-4B46-92B4-8BB4DC4D7919}" dt="2024-04-17T16:25:18.093" v="2419" actId="1035"/>
          <ac:cxnSpMkLst>
            <pc:docMk/>
            <pc:sldMk cId="4172998337" sldId="494"/>
            <ac:cxnSpMk id="35" creationId="{87AC218D-1628-4BBE-B4E2-3C7385ED92CB}"/>
          </ac:cxnSpMkLst>
        </pc:cxnChg>
      </pc:sldChg>
      <pc:sldChg chg="addSp delSp modSp mod">
        <pc:chgData name="东 阚" userId="3599d4e495008c55" providerId="LiveId" clId="{54D04F7E-F4F0-4B46-92B4-8BB4DC4D7919}" dt="2024-04-18T11:14:17.830" v="6471" actId="207"/>
        <pc:sldMkLst>
          <pc:docMk/>
          <pc:sldMk cId="1287421393" sldId="495"/>
        </pc:sldMkLst>
        <pc:spChg chg="mod">
          <ac:chgData name="东 阚" userId="3599d4e495008c55" providerId="LiveId" clId="{54D04F7E-F4F0-4B46-92B4-8BB4DC4D7919}" dt="2024-04-17T16:22:36.387" v="2265" actId="20577"/>
          <ac:spMkLst>
            <pc:docMk/>
            <pc:sldMk cId="1287421393" sldId="495"/>
            <ac:spMk id="3" creationId="{00000000-0000-0000-0000-000000000000}"/>
          </ac:spMkLst>
        </pc:spChg>
        <pc:spChg chg="mod">
          <ac:chgData name="东 阚" userId="3599d4e495008c55" providerId="LiveId" clId="{54D04F7E-F4F0-4B46-92B4-8BB4DC4D7919}" dt="2024-04-17T16:13:35.611" v="2179" actId="1038"/>
          <ac:spMkLst>
            <pc:docMk/>
            <pc:sldMk cId="1287421393" sldId="495"/>
            <ac:spMk id="12" creationId="{2D0009AE-A076-40F2-AC5E-B318AD52E11D}"/>
          </ac:spMkLst>
        </pc:spChg>
        <pc:spChg chg="mod">
          <ac:chgData name="东 阚" userId="3599d4e495008c55" providerId="LiveId" clId="{54D04F7E-F4F0-4B46-92B4-8BB4DC4D7919}" dt="2024-04-17T16:13:35.611" v="2179" actId="1038"/>
          <ac:spMkLst>
            <pc:docMk/>
            <pc:sldMk cId="1287421393" sldId="495"/>
            <ac:spMk id="13" creationId="{88D54806-DDA3-4AFB-BB33-DF2A5B9FAE33}"/>
          </ac:spMkLst>
        </pc:spChg>
        <pc:spChg chg="del">
          <ac:chgData name="东 阚" userId="3599d4e495008c55" providerId="LiveId" clId="{54D04F7E-F4F0-4B46-92B4-8BB4DC4D7919}" dt="2024-04-17T16:13:18.542" v="2113" actId="478"/>
          <ac:spMkLst>
            <pc:docMk/>
            <pc:sldMk cId="1287421393" sldId="495"/>
            <ac:spMk id="17" creationId="{231C6A30-3395-4F6B-B664-69126AFAF217}"/>
          </ac:spMkLst>
        </pc:spChg>
        <pc:spChg chg="add mod">
          <ac:chgData name="东 阚" userId="3599d4e495008c55" providerId="LiveId" clId="{54D04F7E-F4F0-4B46-92B4-8BB4DC4D7919}" dt="2024-04-17T16:13:31.428" v="2169"/>
          <ac:spMkLst>
            <pc:docMk/>
            <pc:sldMk cId="1287421393" sldId="495"/>
            <ac:spMk id="19" creationId="{891B2B97-DC11-4EB3-B2BF-361B0CEEB84D}"/>
          </ac:spMkLst>
        </pc:spChg>
        <pc:spChg chg="add mod">
          <ac:chgData name="东 阚" userId="3599d4e495008c55" providerId="LiveId" clId="{54D04F7E-F4F0-4B46-92B4-8BB4DC4D7919}" dt="2024-04-17T16:13:31.428" v="2169"/>
          <ac:spMkLst>
            <pc:docMk/>
            <pc:sldMk cId="1287421393" sldId="495"/>
            <ac:spMk id="20" creationId="{03CFD425-6000-4C1A-9467-471F4A51DCD6}"/>
          </ac:spMkLst>
        </pc:spChg>
        <pc:spChg chg="add mod">
          <ac:chgData name="东 阚" userId="3599d4e495008c55" providerId="LiveId" clId="{54D04F7E-F4F0-4B46-92B4-8BB4DC4D7919}" dt="2024-04-18T11:14:17.830" v="6471" actId="207"/>
          <ac:spMkLst>
            <pc:docMk/>
            <pc:sldMk cId="1287421393" sldId="495"/>
            <ac:spMk id="22" creationId="{23D7053A-C5C6-4496-8DC7-5DFD8AC21241}"/>
          </ac:spMkLst>
        </pc:spChg>
        <pc:spChg chg="add mod">
          <ac:chgData name="东 阚" userId="3599d4e495008c55" providerId="LiveId" clId="{54D04F7E-F4F0-4B46-92B4-8BB4DC4D7919}" dt="2024-04-17T16:28:21.378" v="2486" actId="207"/>
          <ac:spMkLst>
            <pc:docMk/>
            <pc:sldMk cId="1287421393" sldId="495"/>
            <ac:spMk id="24" creationId="{7F651B15-BBF9-466F-8EA9-981CA4BA0171}"/>
          </ac:spMkLst>
        </pc:spChg>
        <pc:spChg chg="add mod">
          <ac:chgData name="东 阚" userId="3599d4e495008c55" providerId="LiveId" clId="{54D04F7E-F4F0-4B46-92B4-8BB4DC4D7919}" dt="2024-04-17T16:25:43.741" v="2437" actId="1035"/>
          <ac:spMkLst>
            <pc:docMk/>
            <pc:sldMk cId="1287421393" sldId="495"/>
            <ac:spMk id="31" creationId="{7AE3C80E-12C7-4E11-9134-54A222C943B7}"/>
          </ac:spMkLst>
        </pc:spChg>
        <pc:spChg chg="add mod">
          <ac:chgData name="东 阚" userId="3599d4e495008c55" providerId="LiveId" clId="{54D04F7E-F4F0-4B46-92B4-8BB4DC4D7919}" dt="2024-04-17T16:26:29.880" v="2453" actId="1076"/>
          <ac:spMkLst>
            <pc:docMk/>
            <pc:sldMk cId="1287421393" sldId="495"/>
            <ac:spMk id="40" creationId="{3B73B124-8CA9-4745-9D2C-5BA650E8F3B3}"/>
          </ac:spMkLst>
        </pc:spChg>
        <pc:spChg chg="add mod">
          <ac:chgData name="东 阚" userId="3599d4e495008c55" providerId="LiveId" clId="{54D04F7E-F4F0-4B46-92B4-8BB4DC4D7919}" dt="2024-04-17T16:26:41.222" v="2471" actId="14100"/>
          <ac:spMkLst>
            <pc:docMk/>
            <pc:sldMk cId="1287421393" sldId="495"/>
            <ac:spMk id="41" creationId="{34053A40-36B6-4F5F-BDC9-6FA270B541F6}"/>
          </ac:spMkLst>
        </pc:spChg>
        <pc:spChg chg="add mod">
          <ac:chgData name="东 阚" userId="3599d4e495008c55" providerId="LiveId" clId="{54D04F7E-F4F0-4B46-92B4-8BB4DC4D7919}" dt="2024-04-17T16:28:18.467" v="2485" actId="207"/>
          <ac:spMkLst>
            <pc:docMk/>
            <pc:sldMk cId="1287421393" sldId="495"/>
            <ac:spMk id="42" creationId="{EE162651-4419-4874-B6EC-7D02C93C61C3}"/>
          </ac:spMkLst>
        </pc:spChg>
        <pc:spChg chg="add del mod">
          <ac:chgData name="东 阚" userId="3599d4e495008c55" providerId="LiveId" clId="{54D04F7E-F4F0-4B46-92B4-8BB4DC4D7919}" dt="2024-04-17T16:28:39.482" v="2488" actId="478"/>
          <ac:spMkLst>
            <pc:docMk/>
            <pc:sldMk cId="1287421393" sldId="495"/>
            <ac:spMk id="48" creationId="{71D04239-D9F5-47AA-BD22-B132977E6D00}"/>
          </ac:spMkLst>
        </pc:spChg>
        <pc:picChg chg="del">
          <ac:chgData name="东 阚" userId="3599d4e495008c55" providerId="LiveId" clId="{54D04F7E-F4F0-4B46-92B4-8BB4DC4D7919}" dt="2024-04-17T16:13:14.933" v="2111" actId="478"/>
          <ac:picMkLst>
            <pc:docMk/>
            <pc:sldMk cId="1287421393" sldId="495"/>
            <ac:picMk id="5" creationId="{97DA8D11-0C1A-4B55-B335-3E9A7D7F9CF8}"/>
          </ac:picMkLst>
        </pc:picChg>
        <pc:picChg chg="add mod">
          <ac:chgData name="东 阚" userId="3599d4e495008c55" providerId="LiveId" clId="{54D04F7E-F4F0-4B46-92B4-8BB4DC4D7919}" dt="2024-04-17T16:25:43.741" v="2437" actId="1035"/>
          <ac:picMkLst>
            <pc:docMk/>
            <pc:sldMk cId="1287421393" sldId="495"/>
            <ac:picMk id="6" creationId="{A3F7D3E3-ACD4-4090-84BC-65D07F90BEAB}"/>
          </ac:picMkLst>
        </pc:picChg>
        <pc:picChg chg="del">
          <ac:chgData name="东 阚" userId="3599d4e495008c55" providerId="LiveId" clId="{54D04F7E-F4F0-4B46-92B4-8BB4DC4D7919}" dt="2024-04-17T16:13:14.933" v="2111" actId="478"/>
          <ac:picMkLst>
            <pc:docMk/>
            <pc:sldMk cId="1287421393" sldId="495"/>
            <ac:picMk id="8" creationId="{7E76A163-3AEB-48B0-921A-7BC4C71E5D3F}"/>
          </ac:picMkLst>
        </pc:picChg>
        <pc:picChg chg="add mod">
          <ac:chgData name="东 阚" userId="3599d4e495008c55" providerId="LiveId" clId="{54D04F7E-F4F0-4B46-92B4-8BB4DC4D7919}" dt="2024-04-17T16:25:43.741" v="2437" actId="1035"/>
          <ac:picMkLst>
            <pc:docMk/>
            <pc:sldMk cId="1287421393" sldId="495"/>
            <ac:picMk id="9" creationId="{6C719B59-1132-48B0-85C4-8ACF441F0099}"/>
          </ac:picMkLst>
        </pc:picChg>
        <pc:picChg chg="del">
          <ac:chgData name="东 阚" userId="3599d4e495008c55" providerId="LiveId" clId="{54D04F7E-F4F0-4B46-92B4-8BB4DC4D7919}" dt="2024-04-17T16:13:14.933" v="2111" actId="478"/>
          <ac:picMkLst>
            <pc:docMk/>
            <pc:sldMk cId="1287421393" sldId="495"/>
            <ac:picMk id="10" creationId="{72F07358-8227-4A29-808F-E9A298594527}"/>
          </ac:picMkLst>
        </pc:picChg>
        <pc:picChg chg="mod">
          <ac:chgData name="东 阚" userId="3599d4e495008c55" providerId="LiveId" clId="{54D04F7E-F4F0-4B46-92B4-8BB4DC4D7919}" dt="2024-04-17T16:13:35.611" v="2179" actId="1038"/>
          <ac:picMkLst>
            <pc:docMk/>
            <pc:sldMk cId="1287421393" sldId="495"/>
            <ac:picMk id="14" creationId="{581B52C1-1057-4921-BD3A-6FC4C90AF80F}"/>
          </ac:picMkLst>
        </pc:picChg>
        <pc:picChg chg="del">
          <ac:chgData name="东 阚" userId="3599d4e495008c55" providerId="LiveId" clId="{54D04F7E-F4F0-4B46-92B4-8BB4DC4D7919}" dt="2024-04-17T16:13:14.933" v="2111" actId="478"/>
          <ac:picMkLst>
            <pc:docMk/>
            <pc:sldMk cId="1287421393" sldId="495"/>
            <ac:picMk id="22" creationId="{D70320BF-1BE7-4C8B-B409-3601C0A9CC4B}"/>
          </ac:picMkLst>
        </pc:picChg>
        <pc:picChg chg="add mod">
          <ac:chgData name="东 阚" userId="3599d4e495008c55" providerId="LiveId" clId="{54D04F7E-F4F0-4B46-92B4-8BB4DC4D7919}" dt="2024-04-17T16:13:31.428" v="2169"/>
          <ac:picMkLst>
            <pc:docMk/>
            <pc:sldMk cId="1287421393" sldId="495"/>
            <ac:picMk id="23" creationId="{C090D065-BFB3-49DD-B29C-C224AF54A2A3}"/>
          </ac:picMkLst>
        </pc:picChg>
        <pc:picChg chg="del">
          <ac:chgData name="东 阚" userId="3599d4e495008c55" providerId="LiveId" clId="{54D04F7E-F4F0-4B46-92B4-8BB4DC4D7919}" dt="2024-04-17T16:13:14.933" v="2111" actId="478"/>
          <ac:picMkLst>
            <pc:docMk/>
            <pc:sldMk cId="1287421393" sldId="495"/>
            <ac:picMk id="25" creationId="{AA02127B-79CF-4996-A567-BA50E81C83CA}"/>
          </ac:picMkLst>
        </pc:picChg>
        <pc:picChg chg="add del mod ord">
          <ac:chgData name="东 阚" userId="3599d4e495008c55" providerId="LiveId" clId="{54D04F7E-F4F0-4B46-92B4-8BB4DC4D7919}" dt="2024-04-17T16:24:55.732" v="2364" actId="478"/>
          <ac:picMkLst>
            <pc:docMk/>
            <pc:sldMk cId="1287421393" sldId="495"/>
            <ac:picMk id="34" creationId="{D2F53555-5599-4A93-849D-A95DF4F1FA1D}"/>
          </ac:picMkLst>
        </pc:picChg>
        <pc:picChg chg="add del mod ord">
          <ac:chgData name="东 阚" userId="3599d4e495008c55" providerId="LiveId" clId="{54D04F7E-F4F0-4B46-92B4-8BB4DC4D7919}" dt="2024-04-17T16:24:55.732" v="2364" actId="478"/>
          <ac:picMkLst>
            <pc:docMk/>
            <pc:sldMk cId="1287421393" sldId="495"/>
            <ac:picMk id="36" creationId="{20C6AC59-2A1E-440D-BC2A-97601EF6584C}"/>
          </ac:picMkLst>
        </pc:picChg>
        <pc:picChg chg="add del mod">
          <ac:chgData name="东 阚" userId="3599d4e495008c55" providerId="LiveId" clId="{54D04F7E-F4F0-4B46-92B4-8BB4DC4D7919}" dt="2024-04-17T16:25:25.776" v="2420" actId="478"/>
          <ac:picMkLst>
            <pc:docMk/>
            <pc:sldMk cId="1287421393" sldId="495"/>
            <ac:picMk id="38" creationId="{1EF4D884-7AD8-4AB7-8408-98A46E4E7AED}"/>
          </ac:picMkLst>
        </pc:picChg>
        <pc:picChg chg="add mod">
          <ac:chgData name="东 阚" userId="3599d4e495008c55" providerId="LiveId" clId="{54D04F7E-F4F0-4B46-92B4-8BB4DC4D7919}" dt="2024-04-17T16:26:03.755" v="2441" actId="1076"/>
          <ac:picMkLst>
            <pc:docMk/>
            <pc:sldMk cId="1287421393" sldId="495"/>
            <ac:picMk id="39" creationId="{53F30E9E-1980-4E61-82E8-DA7BB1F1CECD}"/>
          </ac:picMkLst>
        </pc:picChg>
        <pc:cxnChg chg="del">
          <ac:chgData name="东 阚" userId="3599d4e495008c55" providerId="LiveId" clId="{54D04F7E-F4F0-4B46-92B4-8BB4DC4D7919}" dt="2024-04-17T16:13:16.256" v="2112" actId="478"/>
          <ac:cxnSpMkLst>
            <pc:docMk/>
            <pc:sldMk cId="1287421393" sldId="495"/>
            <ac:cxnSpMk id="16" creationId="{0B09CC11-011B-40D0-B22A-7896C2081371}"/>
          </ac:cxnSpMkLst>
        </pc:cxnChg>
        <pc:cxnChg chg="del">
          <ac:chgData name="东 阚" userId="3599d4e495008c55" providerId="LiveId" clId="{54D04F7E-F4F0-4B46-92B4-8BB4DC4D7919}" dt="2024-04-17T16:13:14.933" v="2111" actId="478"/>
          <ac:cxnSpMkLst>
            <pc:docMk/>
            <pc:sldMk cId="1287421393" sldId="495"/>
            <ac:cxnSpMk id="21" creationId="{2D7BCC6E-B6C0-4267-B3FF-F9E1A16D30B8}"/>
          </ac:cxnSpMkLst>
        </pc:cxnChg>
        <pc:cxnChg chg="add mod">
          <ac:chgData name="东 阚" userId="3599d4e495008c55" providerId="LiveId" clId="{54D04F7E-F4F0-4B46-92B4-8BB4DC4D7919}" dt="2024-04-17T16:25:43.741" v="2437" actId="1035"/>
          <ac:cxnSpMkLst>
            <pc:docMk/>
            <pc:sldMk cId="1287421393" sldId="495"/>
            <ac:cxnSpMk id="27" creationId="{C297BA10-AB09-4432-8D1E-7654299DFB18}"/>
          </ac:cxnSpMkLst>
        </pc:cxnChg>
        <pc:cxnChg chg="del">
          <ac:chgData name="东 阚" userId="3599d4e495008c55" providerId="LiveId" clId="{54D04F7E-F4F0-4B46-92B4-8BB4DC4D7919}" dt="2024-04-17T16:13:14.933" v="2111" actId="478"/>
          <ac:cxnSpMkLst>
            <pc:docMk/>
            <pc:sldMk cId="1287421393" sldId="495"/>
            <ac:cxnSpMk id="28" creationId="{11ED14ED-392B-44D5-B82D-CF73D8632D60}"/>
          </ac:cxnSpMkLst>
        </pc:cxnChg>
        <pc:cxnChg chg="del">
          <ac:chgData name="东 阚" userId="3599d4e495008c55" providerId="LiveId" clId="{54D04F7E-F4F0-4B46-92B4-8BB4DC4D7919}" dt="2024-04-17T16:13:14.933" v="2111" actId="478"/>
          <ac:cxnSpMkLst>
            <pc:docMk/>
            <pc:sldMk cId="1287421393" sldId="495"/>
            <ac:cxnSpMk id="33" creationId="{3DD6EDD8-BC16-450A-B3FA-AA80ED9A2FE2}"/>
          </ac:cxnSpMkLst>
        </pc:cxnChg>
        <pc:cxnChg chg="del">
          <ac:chgData name="东 阚" userId="3599d4e495008c55" providerId="LiveId" clId="{54D04F7E-F4F0-4B46-92B4-8BB4DC4D7919}" dt="2024-04-17T16:13:14.933" v="2111" actId="478"/>
          <ac:cxnSpMkLst>
            <pc:docMk/>
            <pc:sldMk cId="1287421393" sldId="495"/>
            <ac:cxnSpMk id="35" creationId="{87AC218D-1628-4BBE-B4E2-3C7385ED92CB}"/>
          </ac:cxnSpMkLst>
        </pc:cxnChg>
        <pc:cxnChg chg="add del mod ord">
          <ac:chgData name="东 阚" userId="3599d4e495008c55" providerId="LiveId" clId="{54D04F7E-F4F0-4B46-92B4-8BB4DC4D7919}" dt="2024-04-17T16:24:55.732" v="2364" actId="478"/>
          <ac:cxnSpMkLst>
            <pc:docMk/>
            <pc:sldMk cId="1287421393" sldId="495"/>
            <ac:cxnSpMk id="37" creationId="{81DA0B33-F0E4-4F96-A82E-E43E65146655}"/>
          </ac:cxnSpMkLst>
        </pc:cxnChg>
        <pc:cxnChg chg="add mod">
          <ac:chgData name="东 阚" userId="3599d4e495008c55" providerId="LiveId" clId="{54D04F7E-F4F0-4B46-92B4-8BB4DC4D7919}" dt="2024-04-17T16:27:35.207" v="2484" actId="14100"/>
          <ac:cxnSpMkLst>
            <pc:docMk/>
            <pc:sldMk cId="1287421393" sldId="495"/>
            <ac:cxnSpMk id="43" creationId="{50E5471A-A53F-40DC-8973-DB1737F0445E}"/>
          </ac:cxnSpMkLst>
        </pc:cxnChg>
        <pc:cxnChg chg="add mod">
          <ac:chgData name="东 阚" userId="3599d4e495008c55" providerId="LiveId" clId="{54D04F7E-F4F0-4B46-92B4-8BB4DC4D7919}" dt="2024-04-17T16:27:32.544" v="2483" actId="14100"/>
          <ac:cxnSpMkLst>
            <pc:docMk/>
            <pc:sldMk cId="1287421393" sldId="495"/>
            <ac:cxnSpMk id="45" creationId="{BDE52920-2CE5-47B7-ADD8-564FCCC11E89}"/>
          </ac:cxnSpMkLst>
        </pc:cxnChg>
      </pc:sldChg>
      <pc:sldChg chg="addSp delSp modSp mod modTransition">
        <pc:chgData name="东 阚" userId="3599d4e495008c55" providerId="LiveId" clId="{54D04F7E-F4F0-4B46-92B4-8BB4DC4D7919}" dt="2024-04-18T11:14:56.906" v="6472"/>
        <pc:sldMkLst>
          <pc:docMk/>
          <pc:sldMk cId="4262132743" sldId="496"/>
        </pc:sldMkLst>
        <pc:spChg chg="mod">
          <ac:chgData name="东 阚" userId="3599d4e495008c55" providerId="LiveId" clId="{54D04F7E-F4F0-4B46-92B4-8BB4DC4D7919}" dt="2024-04-17T16:30:34.981" v="2522" actId="1076"/>
          <ac:spMkLst>
            <pc:docMk/>
            <pc:sldMk cId="4262132743" sldId="496"/>
            <ac:spMk id="2" creationId="{00000000-0000-0000-0000-000000000000}"/>
          </ac:spMkLst>
        </pc:spChg>
        <pc:spChg chg="mod">
          <ac:chgData name="东 阚" userId="3599d4e495008c55" providerId="LiveId" clId="{54D04F7E-F4F0-4B46-92B4-8BB4DC4D7919}" dt="2024-04-17T16:35:36.306" v="2863" actId="20577"/>
          <ac:spMkLst>
            <pc:docMk/>
            <pc:sldMk cId="4262132743" sldId="496"/>
            <ac:spMk id="3" creationId="{00000000-0000-0000-0000-000000000000}"/>
          </ac:spMkLst>
        </pc:spChg>
        <pc:spChg chg="del">
          <ac:chgData name="东 阚" userId="3599d4e495008c55" providerId="LiveId" clId="{54D04F7E-F4F0-4B46-92B4-8BB4DC4D7919}" dt="2024-04-17T16:29:52.665" v="2512" actId="478"/>
          <ac:spMkLst>
            <pc:docMk/>
            <pc:sldMk cId="4262132743" sldId="496"/>
            <ac:spMk id="12" creationId="{2D0009AE-A076-40F2-AC5E-B318AD52E11D}"/>
          </ac:spMkLst>
        </pc:spChg>
        <pc:spChg chg="del">
          <ac:chgData name="东 阚" userId="3599d4e495008c55" providerId="LiveId" clId="{54D04F7E-F4F0-4B46-92B4-8BB4DC4D7919}" dt="2024-04-17T16:29:52.665" v="2512" actId="478"/>
          <ac:spMkLst>
            <pc:docMk/>
            <pc:sldMk cId="4262132743" sldId="496"/>
            <ac:spMk id="13" creationId="{88D54806-DDA3-4AFB-BB33-DF2A5B9FAE33}"/>
          </ac:spMkLst>
        </pc:spChg>
        <pc:spChg chg="del">
          <ac:chgData name="东 阚" userId="3599d4e495008c55" providerId="LiveId" clId="{54D04F7E-F4F0-4B46-92B4-8BB4DC4D7919}" dt="2024-04-17T16:29:52.665" v="2512" actId="478"/>
          <ac:spMkLst>
            <pc:docMk/>
            <pc:sldMk cId="4262132743" sldId="496"/>
            <ac:spMk id="19" creationId="{891B2B97-DC11-4EB3-B2BF-361B0CEEB84D}"/>
          </ac:spMkLst>
        </pc:spChg>
        <pc:spChg chg="del">
          <ac:chgData name="东 阚" userId="3599d4e495008c55" providerId="LiveId" clId="{54D04F7E-F4F0-4B46-92B4-8BB4DC4D7919}" dt="2024-04-17T16:29:52.665" v="2512" actId="478"/>
          <ac:spMkLst>
            <pc:docMk/>
            <pc:sldMk cId="4262132743" sldId="496"/>
            <ac:spMk id="20" creationId="{03CFD425-6000-4C1A-9467-471F4A51DCD6}"/>
          </ac:spMkLst>
        </pc:spChg>
        <pc:spChg chg="del">
          <ac:chgData name="东 阚" userId="3599d4e495008c55" providerId="LiveId" clId="{54D04F7E-F4F0-4B46-92B4-8BB4DC4D7919}" dt="2024-04-17T16:29:52.665" v="2512" actId="478"/>
          <ac:spMkLst>
            <pc:docMk/>
            <pc:sldMk cId="4262132743" sldId="496"/>
            <ac:spMk id="24" creationId="{7F651B15-BBF9-466F-8EA9-981CA4BA0171}"/>
          </ac:spMkLst>
        </pc:spChg>
        <pc:spChg chg="add mod">
          <ac:chgData name="东 阚" userId="3599d4e495008c55" providerId="LiveId" clId="{54D04F7E-F4F0-4B46-92B4-8BB4DC4D7919}" dt="2024-04-17T16:36:16.161" v="2892" actId="1036"/>
          <ac:spMkLst>
            <pc:docMk/>
            <pc:sldMk cId="4262132743" sldId="496"/>
            <ac:spMk id="25" creationId="{E8F1FFF3-9BCD-4F6F-B108-0DC97F695E87}"/>
          </ac:spMkLst>
        </pc:spChg>
        <pc:spChg chg="add mod">
          <ac:chgData name="东 阚" userId="3599d4e495008c55" providerId="LiveId" clId="{54D04F7E-F4F0-4B46-92B4-8BB4DC4D7919}" dt="2024-04-17T16:36:16.161" v="2892" actId="1036"/>
          <ac:spMkLst>
            <pc:docMk/>
            <pc:sldMk cId="4262132743" sldId="496"/>
            <ac:spMk id="28" creationId="{9546B9EC-EF04-4D63-841D-CD1CE96C72A5}"/>
          </ac:spMkLst>
        </pc:spChg>
        <pc:spChg chg="add mod">
          <ac:chgData name="东 阚" userId="3599d4e495008c55" providerId="LiveId" clId="{54D04F7E-F4F0-4B46-92B4-8BB4DC4D7919}" dt="2024-04-17T16:36:16.161" v="2892" actId="1036"/>
          <ac:spMkLst>
            <pc:docMk/>
            <pc:sldMk cId="4262132743" sldId="496"/>
            <ac:spMk id="29" creationId="{37839FB5-50DF-4F2D-9DAA-0085E4E6B27E}"/>
          </ac:spMkLst>
        </pc:spChg>
        <pc:spChg chg="add mod">
          <ac:chgData name="东 阚" userId="3599d4e495008c55" providerId="LiveId" clId="{54D04F7E-F4F0-4B46-92B4-8BB4DC4D7919}" dt="2024-04-17T16:36:16.161" v="2892" actId="1036"/>
          <ac:spMkLst>
            <pc:docMk/>
            <pc:sldMk cId="4262132743" sldId="496"/>
            <ac:spMk id="30" creationId="{01F4C1AD-67D4-4DE9-81DC-7B9F30C70099}"/>
          </ac:spMkLst>
        </pc:spChg>
        <pc:spChg chg="del">
          <ac:chgData name="东 阚" userId="3599d4e495008c55" providerId="LiveId" clId="{54D04F7E-F4F0-4B46-92B4-8BB4DC4D7919}" dt="2024-04-17T16:29:52.665" v="2512" actId="478"/>
          <ac:spMkLst>
            <pc:docMk/>
            <pc:sldMk cId="4262132743" sldId="496"/>
            <ac:spMk id="31" creationId="{7AE3C80E-12C7-4E11-9134-54A222C943B7}"/>
          </ac:spMkLst>
        </pc:spChg>
        <pc:spChg chg="add mod">
          <ac:chgData name="东 阚" userId="3599d4e495008c55" providerId="LiveId" clId="{54D04F7E-F4F0-4B46-92B4-8BB4DC4D7919}" dt="2024-04-17T16:36:16.161" v="2892" actId="1036"/>
          <ac:spMkLst>
            <pc:docMk/>
            <pc:sldMk cId="4262132743" sldId="496"/>
            <ac:spMk id="32" creationId="{0C7AF3DE-D850-4D7E-BD13-AAD747C9E6F7}"/>
          </ac:spMkLst>
        </pc:spChg>
        <pc:spChg chg="add mod">
          <ac:chgData name="东 阚" userId="3599d4e495008c55" providerId="LiveId" clId="{54D04F7E-F4F0-4B46-92B4-8BB4DC4D7919}" dt="2024-04-17T16:36:16.161" v="2892" actId="1036"/>
          <ac:spMkLst>
            <pc:docMk/>
            <pc:sldMk cId="4262132743" sldId="496"/>
            <ac:spMk id="33" creationId="{A26F3A77-D1FD-4500-89F3-B7537DEEB99B}"/>
          </ac:spMkLst>
        </pc:spChg>
        <pc:spChg chg="add mod">
          <ac:chgData name="东 阚" userId="3599d4e495008c55" providerId="LiveId" clId="{54D04F7E-F4F0-4B46-92B4-8BB4DC4D7919}" dt="2024-04-17T16:35:19.168" v="2861" actId="1038"/>
          <ac:spMkLst>
            <pc:docMk/>
            <pc:sldMk cId="4262132743" sldId="496"/>
            <ac:spMk id="34" creationId="{CEA46724-841A-4D0B-B038-41B244E7F17D}"/>
          </ac:spMkLst>
        </pc:spChg>
        <pc:spChg chg="add mod">
          <ac:chgData name="东 阚" userId="3599d4e495008c55" providerId="LiveId" clId="{54D04F7E-F4F0-4B46-92B4-8BB4DC4D7919}" dt="2024-04-17T16:35:19.168" v="2861" actId="1038"/>
          <ac:spMkLst>
            <pc:docMk/>
            <pc:sldMk cId="4262132743" sldId="496"/>
            <ac:spMk id="38" creationId="{D26E8152-0AD1-4F15-ADED-A2F3F9AA4E75}"/>
          </ac:spMkLst>
        </pc:spChg>
        <pc:spChg chg="del">
          <ac:chgData name="东 阚" userId="3599d4e495008c55" providerId="LiveId" clId="{54D04F7E-F4F0-4B46-92B4-8BB4DC4D7919}" dt="2024-04-17T16:29:52.665" v="2512" actId="478"/>
          <ac:spMkLst>
            <pc:docMk/>
            <pc:sldMk cId="4262132743" sldId="496"/>
            <ac:spMk id="40" creationId="{3B73B124-8CA9-4745-9D2C-5BA650E8F3B3}"/>
          </ac:spMkLst>
        </pc:spChg>
        <pc:spChg chg="del">
          <ac:chgData name="东 阚" userId="3599d4e495008c55" providerId="LiveId" clId="{54D04F7E-F4F0-4B46-92B4-8BB4DC4D7919}" dt="2024-04-17T16:29:52.665" v="2512" actId="478"/>
          <ac:spMkLst>
            <pc:docMk/>
            <pc:sldMk cId="4262132743" sldId="496"/>
            <ac:spMk id="41" creationId="{34053A40-36B6-4F5F-BDC9-6FA270B541F6}"/>
          </ac:spMkLst>
        </pc:spChg>
        <pc:spChg chg="del">
          <ac:chgData name="东 阚" userId="3599d4e495008c55" providerId="LiveId" clId="{54D04F7E-F4F0-4B46-92B4-8BB4DC4D7919}" dt="2024-04-17T16:29:52.665" v="2512" actId="478"/>
          <ac:spMkLst>
            <pc:docMk/>
            <pc:sldMk cId="4262132743" sldId="496"/>
            <ac:spMk id="42" creationId="{EE162651-4419-4874-B6EC-7D02C93C61C3}"/>
          </ac:spMkLst>
        </pc:spChg>
        <pc:spChg chg="add mod">
          <ac:chgData name="东 阚" userId="3599d4e495008c55" providerId="LiveId" clId="{54D04F7E-F4F0-4B46-92B4-8BB4DC4D7919}" dt="2024-04-17T16:36:12.634" v="2880" actId="403"/>
          <ac:spMkLst>
            <pc:docMk/>
            <pc:sldMk cId="4262132743" sldId="496"/>
            <ac:spMk id="44" creationId="{BCC77262-DE98-4808-930F-E0EC3B88CFB2}"/>
          </ac:spMkLst>
        </pc:spChg>
        <pc:spChg chg="add mod">
          <ac:chgData name="东 阚" userId="3599d4e495008c55" providerId="LiveId" clId="{54D04F7E-F4F0-4B46-92B4-8BB4DC4D7919}" dt="2024-04-17T16:37:16.343" v="2902" actId="14100"/>
          <ac:spMkLst>
            <pc:docMk/>
            <pc:sldMk cId="4262132743" sldId="496"/>
            <ac:spMk id="46" creationId="{B61CBCC4-B20B-41E4-8EC2-1DE37DA0E69E}"/>
          </ac:spMkLst>
        </pc:spChg>
        <pc:picChg chg="add mod">
          <ac:chgData name="东 阚" userId="3599d4e495008c55" providerId="LiveId" clId="{54D04F7E-F4F0-4B46-92B4-8BB4DC4D7919}" dt="2024-04-17T16:35:19.168" v="2861" actId="1038"/>
          <ac:picMkLst>
            <pc:docMk/>
            <pc:sldMk cId="4262132743" sldId="496"/>
            <ac:picMk id="5" creationId="{6927EDC2-6B9D-427C-A459-4B5998E4A499}"/>
          </ac:picMkLst>
        </pc:picChg>
        <pc:picChg chg="del">
          <ac:chgData name="东 阚" userId="3599d4e495008c55" providerId="LiveId" clId="{54D04F7E-F4F0-4B46-92B4-8BB4DC4D7919}" dt="2024-04-17T16:29:52.665" v="2512" actId="478"/>
          <ac:picMkLst>
            <pc:docMk/>
            <pc:sldMk cId="4262132743" sldId="496"/>
            <ac:picMk id="6" creationId="{A3F7D3E3-ACD4-4090-84BC-65D07F90BEAB}"/>
          </ac:picMkLst>
        </pc:picChg>
        <pc:picChg chg="del">
          <ac:chgData name="东 阚" userId="3599d4e495008c55" providerId="LiveId" clId="{54D04F7E-F4F0-4B46-92B4-8BB4DC4D7919}" dt="2024-04-17T16:29:52.665" v="2512" actId="478"/>
          <ac:picMkLst>
            <pc:docMk/>
            <pc:sldMk cId="4262132743" sldId="496"/>
            <ac:picMk id="9" creationId="{6C719B59-1132-48B0-85C4-8ACF441F0099}"/>
          </ac:picMkLst>
        </pc:picChg>
        <pc:picChg chg="del">
          <ac:chgData name="东 阚" userId="3599d4e495008c55" providerId="LiveId" clId="{54D04F7E-F4F0-4B46-92B4-8BB4DC4D7919}" dt="2024-04-17T16:29:52.665" v="2512" actId="478"/>
          <ac:picMkLst>
            <pc:docMk/>
            <pc:sldMk cId="4262132743" sldId="496"/>
            <ac:picMk id="14" creationId="{581B52C1-1057-4921-BD3A-6FC4C90AF80F}"/>
          </ac:picMkLst>
        </pc:picChg>
        <pc:picChg chg="del">
          <ac:chgData name="东 阚" userId="3599d4e495008c55" providerId="LiveId" clId="{54D04F7E-F4F0-4B46-92B4-8BB4DC4D7919}" dt="2024-04-17T16:29:52.665" v="2512" actId="478"/>
          <ac:picMkLst>
            <pc:docMk/>
            <pc:sldMk cId="4262132743" sldId="496"/>
            <ac:picMk id="23" creationId="{C090D065-BFB3-49DD-B29C-C224AF54A2A3}"/>
          </ac:picMkLst>
        </pc:picChg>
        <pc:picChg chg="del">
          <ac:chgData name="东 阚" userId="3599d4e495008c55" providerId="LiveId" clId="{54D04F7E-F4F0-4B46-92B4-8BB4DC4D7919}" dt="2024-04-17T16:29:52.665" v="2512" actId="478"/>
          <ac:picMkLst>
            <pc:docMk/>
            <pc:sldMk cId="4262132743" sldId="496"/>
            <ac:picMk id="26" creationId="{95C439B5-36D4-453E-8813-E66806EC3B47}"/>
          </ac:picMkLst>
        </pc:picChg>
        <pc:picChg chg="add mod">
          <ac:chgData name="东 阚" userId="3599d4e495008c55" providerId="LiveId" clId="{54D04F7E-F4F0-4B46-92B4-8BB4DC4D7919}" dt="2024-04-17T16:36:16.161" v="2892" actId="1036"/>
          <ac:picMkLst>
            <pc:docMk/>
            <pc:sldMk cId="4262132743" sldId="496"/>
            <ac:picMk id="35" creationId="{E342EFD7-A94E-4BA9-8EE7-6B8226A7FC8E}"/>
          </ac:picMkLst>
        </pc:picChg>
        <pc:picChg chg="add mod">
          <ac:chgData name="东 阚" userId="3599d4e495008c55" providerId="LiveId" clId="{54D04F7E-F4F0-4B46-92B4-8BB4DC4D7919}" dt="2024-04-17T16:36:16.161" v="2892" actId="1036"/>
          <ac:picMkLst>
            <pc:docMk/>
            <pc:sldMk cId="4262132743" sldId="496"/>
            <ac:picMk id="36" creationId="{26A8313F-7FCE-411A-944E-BB1E2D851BFF}"/>
          </ac:picMkLst>
        </pc:picChg>
        <pc:picChg chg="add mod">
          <ac:chgData name="东 阚" userId="3599d4e495008c55" providerId="LiveId" clId="{54D04F7E-F4F0-4B46-92B4-8BB4DC4D7919}" dt="2024-04-17T16:36:16.161" v="2892" actId="1036"/>
          <ac:picMkLst>
            <pc:docMk/>
            <pc:sldMk cId="4262132743" sldId="496"/>
            <ac:picMk id="37" creationId="{4211CED5-BA32-42CE-975D-CF18D6894754}"/>
          </ac:picMkLst>
        </pc:picChg>
        <pc:picChg chg="del">
          <ac:chgData name="东 阚" userId="3599d4e495008c55" providerId="LiveId" clId="{54D04F7E-F4F0-4B46-92B4-8BB4DC4D7919}" dt="2024-04-17T16:29:52.665" v="2512" actId="478"/>
          <ac:picMkLst>
            <pc:docMk/>
            <pc:sldMk cId="4262132743" sldId="496"/>
            <ac:picMk id="39" creationId="{53F30E9E-1980-4E61-82E8-DA7BB1F1CECD}"/>
          </ac:picMkLst>
        </pc:picChg>
        <pc:cxnChg chg="del">
          <ac:chgData name="东 阚" userId="3599d4e495008c55" providerId="LiveId" clId="{54D04F7E-F4F0-4B46-92B4-8BB4DC4D7919}" dt="2024-04-17T16:29:52.665" v="2512" actId="478"/>
          <ac:cxnSpMkLst>
            <pc:docMk/>
            <pc:sldMk cId="4262132743" sldId="496"/>
            <ac:cxnSpMk id="27" creationId="{C297BA10-AB09-4432-8D1E-7654299DFB18}"/>
          </ac:cxnSpMkLst>
        </pc:cxnChg>
        <pc:cxnChg chg="del">
          <ac:chgData name="东 阚" userId="3599d4e495008c55" providerId="LiveId" clId="{54D04F7E-F4F0-4B46-92B4-8BB4DC4D7919}" dt="2024-04-17T16:29:52.665" v="2512" actId="478"/>
          <ac:cxnSpMkLst>
            <pc:docMk/>
            <pc:sldMk cId="4262132743" sldId="496"/>
            <ac:cxnSpMk id="43" creationId="{50E5471A-A53F-40DC-8973-DB1737F0445E}"/>
          </ac:cxnSpMkLst>
        </pc:cxnChg>
        <pc:cxnChg chg="del">
          <ac:chgData name="东 阚" userId="3599d4e495008c55" providerId="LiveId" clId="{54D04F7E-F4F0-4B46-92B4-8BB4DC4D7919}" dt="2024-04-17T16:29:52.665" v="2512" actId="478"/>
          <ac:cxnSpMkLst>
            <pc:docMk/>
            <pc:sldMk cId="4262132743" sldId="496"/>
            <ac:cxnSpMk id="45" creationId="{BDE52920-2CE5-47B7-ADD8-564FCCC11E89}"/>
          </ac:cxnSpMkLst>
        </pc:cxnChg>
      </pc:sldChg>
      <pc:sldChg chg="addSp delSp modSp mod">
        <pc:chgData name="东 阚" userId="3599d4e495008c55" providerId="LiveId" clId="{54D04F7E-F4F0-4B46-92B4-8BB4DC4D7919}" dt="2024-04-17T17:12:14.260" v="3312" actId="20577"/>
        <pc:sldMkLst>
          <pc:docMk/>
          <pc:sldMk cId="283308987" sldId="497"/>
        </pc:sldMkLst>
        <pc:spChg chg="mod">
          <ac:chgData name="东 阚" userId="3599d4e495008c55" providerId="LiveId" clId="{54D04F7E-F4F0-4B46-92B4-8BB4DC4D7919}" dt="2024-04-17T16:44:44.296" v="2967"/>
          <ac:spMkLst>
            <pc:docMk/>
            <pc:sldMk cId="283308987" sldId="497"/>
            <ac:spMk id="3" creationId="{00000000-0000-0000-0000-000000000000}"/>
          </ac:spMkLst>
        </pc:spChg>
        <pc:spChg chg="add mod">
          <ac:chgData name="东 阚" userId="3599d4e495008c55" providerId="LiveId" clId="{54D04F7E-F4F0-4B46-92B4-8BB4DC4D7919}" dt="2024-04-17T17:05:25.125" v="3140" actId="12"/>
          <ac:spMkLst>
            <pc:docMk/>
            <pc:sldMk cId="283308987" sldId="497"/>
            <ac:spMk id="7" creationId="{F245715C-A1E6-4849-9921-843D2A198B18}"/>
          </ac:spMkLst>
        </pc:spChg>
        <pc:spChg chg="add mod">
          <ac:chgData name="东 阚" userId="3599d4e495008c55" providerId="LiveId" clId="{54D04F7E-F4F0-4B46-92B4-8BB4DC4D7919}" dt="2024-04-17T17:05:22.139" v="3139" actId="12"/>
          <ac:spMkLst>
            <pc:docMk/>
            <pc:sldMk cId="283308987" sldId="497"/>
            <ac:spMk id="8" creationId="{AFACF6C7-E13E-4D09-AD83-C3617BBADBED}"/>
          </ac:spMkLst>
        </pc:spChg>
        <pc:spChg chg="add mod">
          <ac:chgData name="东 阚" userId="3599d4e495008c55" providerId="LiveId" clId="{54D04F7E-F4F0-4B46-92B4-8BB4DC4D7919}" dt="2024-04-17T17:00:09.072" v="3065" actId="1076"/>
          <ac:spMkLst>
            <pc:docMk/>
            <pc:sldMk cId="283308987" sldId="497"/>
            <ac:spMk id="9" creationId="{EA12E532-EAD2-432B-B9D6-79DA930A5784}"/>
          </ac:spMkLst>
        </pc:spChg>
        <pc:spChg chg="add mod">
          <ac:chgData name="东 阚" userId="3599d4e495008c55" providerId="LiveId" clId="{54D04F7E-F4F0-4B46-92B4-8BB4DC4D7919}" dt="2024-04-17T17:00:09.072" v="3065" actId="1076"/>
          <ac:spMkLst>
            <pc:docMk/>
            <pc:sldMk cId="283308987" sldId="497"/>
            <ac:spMk id="10" creationId="{6E319BB3-0BF6-4D32-87FF-D6B9A56B6BD0}"/>
          </ac:spMkLst>
        </pc:spChg>
        <pc:spChg chg="add mod">
          <ac:chgData name="东 阚" userId="3599d4e495008c55" providerId="LiveId" clId="{54D04F7E-F4F0-4B46-92B4-8BB4DC4D7919}" dt="2024-04-17T17:00:09.072" v="3065" actId="1076"/>
          <ac:spMkLst>
            <pc:docMk/>
            <pc:sldMk cId="283308987" sldId="497"/>
            <ac:spMk id="11" creationId="{6C5BE73D-0A0E-4689-85ED-8D9BD428BEDA}"/>
          </ac:spMkLst>
        </pc:spChg>
        <pc:spChg chg="del">
          <ac:chgData name="东 阚" userId="3599d4e495008c55" providerId="LiveId" clId="{54D04F7E-F4F0-4B46-92B4-8BB4DC4D7919}" dt="2024-04-17T16:44:59.113" v="2968" actId="478"/>
          <ac:spMkLst>
            <pc:docMk/>
            <pc:sldMk cId="283308987" sldId="497"/>
            <ac:spMk id="12" creationId="{1DF8C4C2-F93B-45C7-B6DA-6740F7169D0E}"/>
          </ac:spMkLst>
        </pc:spChg>
        <pc:spChg chg="add mod">
          <ac:chgData name="东 阚" userId="3599d4e495008c55" providerId="LiveId" clId="{54D04F7E-F4F0-4B46-92B4-8BB4DC4D7919}" dt="2024-04-17T17:00:09.072" v="3065" actId="1076"/>
          <ac:spMkLst>
            <pc:docMk/>
            <pc:sldMk cId="283308987" sldId="497"/>
            <ac:spMk id="13" creationId="{7229C60F-C241-4B62-BC3C-951B50E5BD3A}"/>
          </ac:spMkLst>
        </pc:spChg>
        <pc:spChg chg="add mod">
          <ac:chgData name="东 阚" userId="3599d4e495008c55" providerId="LiveId" clId="{54D04F7E-F4F0-4B46-92B4-8BB4DC4D7919}" dt="2024-04-17T17:00:09.072" v="3065" actId="1076"/>
          <ac:spMkLst>
            <pc:docMk/>
            <pc:sldMk cId="283308987" sldId="497"/>
            <ac:spMk id="14" creationId="{8E4F663E-9FDE-4057-B699-1D056E8BB29E}"/>
          </ac:spMkLst>
        </pc:spChg>
        <pc:spChg chg="add mod">
          <ac:chgData name="东 阚" userId="3599d4e495008c55" providerId="LiveId" clId="{54D04F7E-F4F0-4B46-92B4-8BB4DC4D7919}" dt="2024-04-17T17:00:09.072" v="3065" actId="1076"/>
          <ac:spMkLst>
            <pc:docMk/>
            <pc:sldMk cId="283308987" sldId="497"/>
            <ac:spMk id="15" creationId="{5438E45E-0307-4B7F-99EF-CE659EE1B960}"/>
          </ac:spMkLst>
        </pc:spChg>
        <pc:spChg chg="add mod">
          <ac:chgData name="东 阚" userId="3599d4e495008c55" providerId="LiveId" clId="{54D04F7E-F4F0-4B46-92B4-8BB4DC4D7919}" dt="2024-04-17T17:03:10.562" v="3121" actId="1037"/>
          <ac:spMkLst>
            <pc:docMk/>
            <pc:sldMk cId="283308987" sldId="497"/>
            <ac:spMk id="19" creationId="{76BD7919-7C8E-4899-8347-97E465C1B387}"/>
          </ac:spMkLst>
        </pc:spChg>
        <pc:spChg chg="add mod">
          <ac:chgData name="东 阚" userId="3599d4e495008c55" providerId="LiveId" clId="{54D04F7E-F4F0-4B46-92B4-8BB4DC4D7919}" dt="2024-04-17T17:03:10.562" v="3121" actId="1037"/>
          <ac:spMkLst>
            <pc:docMk/>
            <pc:sldMk cId="283308987" sldId="497"/>
            <ac:spMk id="20" creationId="{503C13F0-F202-4CC4-BFCA-7ABE444EECBA}"/>
          </ac:spMkLst>
        </pc:spChg>
        <pc:spChg chg="add mod">
          <ac:chgData name="东 阚" userId="3599d4e495008c55" providerId="LiveId" clId="{54D04F7E-F4F0-4B46-92B4-8BB4DC4D7919}" dt="2024-04-17T17:03:10.562" v="3121" actId="1037"/>
          <ac:spMkLst>
            <pc:docMk/>
            <pc:sldMk cId="283308987" sldId="497"/>
            <ac:spMk id="21" creationId="{A362CB32-B728-48A8-A705-B9C8B0E31729}"/>
          </ac:spMkLst>
        </pc:spChg>
        <pc:spChg chg="add mod">
          <ac:chgData name="东 阚" userId="3599d4e495008c55" providerId="LiveId" clId="{54D04F7E-F4F0-4B46-92B4-8BB4DC4D7919}" dt="2024-04-17T17:05:17.976" v="3137" actId="12"/>
          <ac:spMkLst>
            <pc:docMk/>
            <pc:sldMk cId="283308987" sldId="497"/>
            <ac:spMk id="22" creationId="{34CE7933-068E-4390-BCA5-1BACE6C4A2A7}"/>
          </ac:spMkLst>
        </pc:spChg>
        <pc:spChg chg="add mod">
          <ac:chgData name="东 阚" userId="3599d4e495008c55" providerId="LiveId" clId="{54D04F7E-F4F0-4B46-92B4-8BB4DC4D7919}" dt="2024-04-17T17:08:12.645" v="3169" actId="1076"/>
          <ac:spMkLst>
            <pc:docMk/>
            <pc:sldMk cId="283308987" sldId="497"/>
            <ac:spMk id="23" creationId="{22FA52F9-4E7B-43E5-981E-39634789EF0A}"/>
          </ac:spMkLst>
        </pc:spChg>
        <pc:spChg chg="add mod">
          <ac:chgData name="东 阚" userId="3599d4e495008c55" providerId="LiveId" clId="{54D04F7E-F4F0-4B46-92B4-8BB4DC4D7919}" dt="2024-04-17T17:07:28.153" v="3160" actId="571"/>
          <ac:spMkLst>
            <pc:docMk/>
            <pc:sldMk cId="283308987" sldId="497"/>
            <ac:spMk id="24" creationId="{B172AF23-ED2A-4827-A04D-F612384DB86E}"/>
          </ac:spMkLst>
        </pc:spChg>
        <pc:spChg chg="add mod">
          <ac:chgData name="东 阚" userId="3599d4e495008c55" providerId="LiveId" clId="{54D04F7E-F4F0-4B46-92B4-8BB4DC4D7919}" dt="2024-04-17T17:07:28.153" v="3160" actId="571"/>
          <ac:spMkLst>
            <pc:docMk/>
            <pc:sldMk cId="283308987" sldId="497"/>
            <ac:spMk id="25" creationId="{277339C0-7A91-48F1-836E-8879BF1B7116}"/>
          </ac:spMkLst>
        </pc:spChg>
        <pc:spChg chg="add mod">
          <ac:chgData name="东 阚" userId="3599d4e495008c55" providerId="LiveId" clId="{54D04F7E-F4F0-4B46-92B4-8BB4DC4D7919}" dt="2024-04-17T17:07:30.700" v="3162" actId="571"/>
          <ac:spMkLst>
            <pc:docMk/>
            <pc:sldMk cId="283308987" sldId="497"/>
            <ac:spMk id="26" creationId="{F48CC6D6-AE87-4493-9637-7C46E44D8C1E}"/>
          </ac:spMkLst>
        </pc:spChg>
        <pc:spChg chg="add mod">
          <ac:chgData name="东 阚" userId="3599d4e495008c55" providerId="LiveId" clId="{54D04F7E-F4F0-4B46-92B4-8BB4DC4D7919}" dt="2024-04-17T17:07:56.782" v="3166" actId="20577"/>
          <ac:spMkLst>
            <pc:docMk/>
            <pc:sldMk cId="283308987" sldId="497"/>
            <ac:spMk id="27" creationId="{5F409A0E-1053-4A72-B401-596523C1D4A3}"/>
          </ac:spMkLst>
        </pc:spChg>
        <pc:spChg chg="add mod">
          <ac:chgData name="东 阚" userId="3599d4e495008c55" providerId="LiveId" clId="{54D04F7E-F4F0-4B46-92B4-8BB4DC4D7919}" dt="2024-04-17T17:10:22.981" v="3224" actId="207"/>
          <ac:spMkLst>
            <pc:docMk/>
            <pc:sldMk cId="283308987" sldId="497"/>
            <ac:spMk id="28" creationId="{7ED76B3C-E6F4-485F-BBEF-55857DC81D7A}"/>
          </ac:spMkLst>
        </pc:spChg>
        <pc:spChg chg="add mod">
          <ac:chgData name="东 阚" userId="3599d4e495008c55" providerId="LiveId" clId="{54D04F7E-F4F0-4B46-92B4-8BB4DC4D7919}" dt="2024-04-17T17:10:49.215" v="3229" actId="14100"/>
          <ac:spMkLst>
            <pc:docMk/>
            <pc:sldMk cId="283308987" sldId="497"/>
            <ac:spMk id="29" creationId="{31DAD368-1CE0-4DDA-9DFD-58E62A0E52E0}"/>
          </ac:spMkLst>
        </pc:spChg>
        <pc:spChg chg="add mod">
          <ac:chgData name="东 阚" userId="3599d4e495008c55" providerId="LiveId" clId="{54D04F7E-F4F0-4B46-92B4-8BB4DC4D7919}" dt="2024-04-17T17:11:08.610" v="3234" actId="1076"/>
          <ac:spMkLst>
            <pc:docMk/>
            <pc:sldMk cId="283308987" sldId="497"/>
            <ac:spMk id="30" creationId="{73706853-13D6-402F-9AA9-A164AFD60AE7}"/>
          </ac:spMkLst>
        </pc:spChg>
        <pc:spChg chg="add mod">
          <ac:chgData name="东 阚" userId="3599d4e495008c55" providerId="LiveId" clId="{54D04F7E-F4F0-4B46-92B4-8BB4DC4D7919}" dt="2024-04-17T17:12:14.260" v="3312" actId="20577"/>
          <ac:spMkLst>
            <pc:docMk/>
            <pc:sldMk cId="283308987" sldId="497"/>
            <ac:spMk id="31" creationId="{F1D488D0-79B6-4C2C-80B0-DF0E91787824}"/>
          </ac:spMkLst>
        </pc:spChg>
        <pc:spChg chg="add mod">
          <ac:chgData name="东 阚" userId="3599d4e495008c55" providerId="LiveId" clId="{54D04F7E-F4F0-4B46-92B4-8BB4DC4D7919}" dt="2024-04-17T17:12:12.811" v="3308" actId="20577"/>
          <ac:spMkLst>
            <pc:docMk/>
            <pc:sldMk cId="283308987" sldId="497"/>
            <ac:spMk id="32" creationId="{8AA2138E-6AA5-4C31-A0AD-EAC2B2E3F9B8}"/>
          </ac:spMkLst>
        </pc:spChg>
        <pc:picChg chg="add mod">
          <ac:chgData name="东 阚" userId="3599d4e495008c55" providerId="LiveId" clId="{54D04F7E-F4F0-4B46-92B4-8BB4DC4D7919}" dt="2024-04-17T17:03:15.997" v="3122" actId="1076"/>
          <ac:picMkLst>
            <pc:docMk/>
            <pc:sldMk cId="283308987" sldId="497"/>
            <ac:picMk id="5" creationId="{B5D2C69B-D195-4995-9D39-50D8AE918CB6}"/>
          </ac:picMkLst>
        </pc:picChg>
        <pc:picChg chg="add mod">
          <ac:chgData name="东 阚" userId="3599d4e495008c55" providerId="LiveId" clId="{54D04F7E-F4F0-4B46-92B4-8BB4DC4D7919}" dt="2024-04-17T17:01:46.887" v="3105" actId="1076"/>
          <ac:picMkLst>
            <pc:docMk/>
            <pc:sldMk cId="283308987" sldId="497"/>
            <ac:picMk id="16" creationId="{0E4A6770-D617-4234-8083-A4DEBEC76062}"/>
          </ac:picMkLst>
        </pc:picChg>
        <pc:picChg chg="add mod">
          <ac:chgData name="东 阚" userId="3599d4e495008c55" providerId="LiveId" clId="{54D04F7E-F4F0-4B46-92B4-8BB4DC4D7919}" dt="2024-04-17T17:01:42.943" v="3104" actId="1076"/>
          <ac:picMkLst>
            <pc:docMk/>
            <pc:sldMk cId="283308987" sldId="497"/>
            <ac:picMk id="17" creationId="{2F55E056-20D0-41DD-AEB7-08ED03BA2951}"/>
          </ac:picMkLst>
        </pc:picChg>
        <pc:picChg chg="add mod">
          <ac:chgData name="东 阚" userId="3599d4e495008c55" providerId="LiveId" clId="{54D04F7E-F4F0-4B46-92B4-8BB4DC4D7919}" dt="2024-04-17T17:00:09.072" v="3065" actId="1076"/>
          <ac:picMkLst>
            <pc:docMk/>
            <pc:sldMk cId="283308987" sldId="497"/>
            <ac:picMk id="18" creationId="{BF756B5C-A31F-4A7B-B5BA-1B68FA278F9C}"/>
          </ac:picMkLst>
        </pc:picChg>
      </pc:sldChg>
      <pc:sldChg chg="addSp delSp modSp mod">
        <pc:chgData name="东 阚" userId="3599d4e495008c55" providerId="LiveId" clId="{54D04F7E-F4F0-4B46-92B4-8BB4DC4D7919}" dt="2024-04-18T02:02:30.730" v="3404" actId="14100"/>
        <pc:sldMkLst>
          <pc:docMk/>
          <pc:sldMk cId="3443530434" sldId="498"/>
        </pc:sldMkLst>
        <pc:spChg chg="mod">
          <ac:chgData name="东 阚" userId="3599d4e495008c55" providerId="LiveId" clId="{54D04F7E-F4F0-4B46-92B4-8BB4DC4D7919}" dt="2024-04-17T17:12:45.005" v="3315"/>
          <ac:spMkLst>
            <pc:docMk/>
            <pc:sldMk cId="3443530434" sldId="498"/>
            <ac:spMk id="3" creationId="{00000000-0000-0000-0000-000000000000}"/>
          </ac:spMkLst>
        </pc:spChg>
        <pc:spChg chg="add mod">
          <ac:chgData name="东 阚" userId="3599d4e495008c55" providerId="LiveId" clId="{54D04F7E-F4F0-4B46-92B4-8BB4DC4D7919}" dt="2024-04-18T01:57:33.515" v="3391" actId="14100"/>
          <ac:spMkLst>
            <pc:docMk/>
            <pc:sldMk cId="3443530434" sldId="498"/>
            <ac:spMk id="7" creationId="{3D293503-1DDB-4569-8089-0E4A67A41731}"/>
          </ac:spMkLst>
        </pc:spChg>
        <pc:spChg chg="del">
          <ac:chgData name="东 阚" userId="3599d4e495008c55" providerId="LiveId" clId="{54D04F7E-F4F0-4B46-92B4-8BB4DC4D7919}" dt="2024-04-17T17:12:36.227" v="3313" actId="478"/>
          <ac:spMkLst>
            <pc:docMk/>
            <pc:sldMk cId="3443530434" sldId="498"/>
            <ac:spMk id="7" creationId="{F245715C-A1E6-4849-9921-843D2A198B18}"/>
          </ac:spMkLst>
        </pc:spChg>
        <pc:spChg chg="del">
          <ac:chgData name="东 阚" userId="3599d4e495008c55" providerId="LiveId" clId="{54D04F7E-F4F0-4B46-92B4-8BB4DC4D7919}" dt="2024-04-17T17:12:36.227" v="3313" actId="478"/>
          <ac:spMkLst>
            <pc:docMk/>
            <pc:sldMk cId="3443530434" sldId="498"/>
            <ac:spMk id="8" creationId="{AFACF6C7-E13E-4D09-AD83-C3617BBADBED}"/>
          </ac:spMkLst>
        </pc:spChg>
        <pc:spChg chg="del">
          <ac:chgData name="东 阚" userId="3599d4e495008c55" providerId="LiveId" clId="{54D04F7E-F4F0-4B46-92B4-8BB4DC4D7919}" dt="2024-04-17T17:12:36.227" v="3313" actId="478"/>
          <ac:spMkLst>
            <pc:docMk/>
            <pc:sldMk cId="3443530434" sldId="498"/>
            <ac:spMk id="9" creationId="{EA12E532-EAD2-432B-B9D6-79DA930A5784}"/>
          </ac:spMkLst>
        </pc:spChg>
        <pc:spChg chg="del">
          <ac:chgData name="东 阚" userId="3599d4e495008c55" providerId="LiveId" clId="{54D04F7E-F4F0-4B46-92B4-8BB4DC4D7919}" dt="2024-04-17T17:12:36.227" v="3313" actId="478"/>
          <ac:spMkLst>
            <pc:docMk/>
            <pc:sldMk cId="3443530434" sldId="498"/>
            <ac:spMk id="10" creationId="{6E319BB3-0BF6-4D32-87FF-D6B9A56B6BD0}"/>
          </ac:spMkLst>
        </pc:spChg>
        <pc:spChg chg="del">
          <ac:chgData name="东 阚" userId="3599d4e495008c55" providerId="LiveId" clId="{54D04F7E-F4F0-4B46-92B4-8BB4DC4D7919}" dt="2024-04-17T17:12:36.227" v="3313" actId="478"/>
          <ac:spMkLst>
            <pc:docMk/>
            <pc:sldMk cId="3443530434" sldId="498"/>
            <ac:spMk id="11" creationId="{6C5BE73D-0A0E-4689-85ED-8D9BD428BEDA}"/>
          </ac:spMkLst>
        </pc:spChg>
        <pc:spChg chg="del">
          <ac:chgData name="东 阚" userId="3599d4e495008c55" providerId="LiveId" clId="{54D04F7E-F4F0-4B46-92B4-8BB4DC4D7919}" dt="2024-04-17T17:12:36.227" v="3313" actId="478"/>
          <ac:spMkLst>
            <pc:docMk/>
            <pc:sldMk cId="3443530434" sldId="498"/>
            <ac:spMk id="13" creationId="{7229C60F-C241-4B62-BC3C-951B50E5BD3A}"/>
          </ac:spMkLst>
        </pc:spChg>
        <pc:spChg chg="del">
          <ac:chgData name="东 阚" userId="3599d4e495008c55" providerId="LiveId" clId="{54D04F7E-F4F0-4B46-92B4-8BB4DC4D7919}" dt="2024-04-17T17:12:36.227" v="3313" actId="478"/>
          <ac:spMkLst>
            <pc:docMk/>
            <pc:sldMk cId="3443530434" sldId="498"/>
            <ac:spMk id="14" creationId="{8E4F663E-9FDE-4057-B699-1D056E8BB29E}"/>
          </ac:spMkLst>
        </pc:spChg>
        <pc:spChg chg="del">
          <ac:chgData name="东 阚" userId="3599d4e495008c55" providerId="LiveId" clId="{54D04F7E-F4F0-4B46-92B4-8BB4DC4D7919}" dt="2024-04-17T17:12:36.227" v="3313" actId="478"/>
          <ac:spMkLst>
            <pc:docMk/>
            <pc:sldMk cId="3443530434" sldId="498"/>
            <ac:spMk id="15" creationId="{5438E45E-0307-4B7F-99EF-CE659EE1B960}"/>
          </ac:spMkLst>
        </pc:spChg>
        <pc:spChg chg="del">
          <ac:chgData name="东 阚" userId="3599d4e495008c55" providerId="LiveId" clId="{54D04F7E-F4F0-4B46-92B4-8BB4DC4D7919}" dt="2024-04-17T17:12:36.227" v="3313" actId="478"/>
          <ac:spMkLst>
            <pc:docMk/>
            <pc:sldMk cId="3443530434" sldId="498"/>
            <ac:spMk id="19" creationId="{76BD7919-7C8E-4899-8347-97E465C1B387}"/>
          </ac:spMkLst>
        </pc:spChg>
        <pc:spChg chg="del">
          <ac:chgData name="东 阚" userId="3599d4e495008c55" providerId="LiveId" clId="{54D04F7E-F4F0-4B46-92B4-8BB4DC4D7919}" dt="2024-04-17T17:12:36.227" v="3313" actId="478"/>
          <ac:spMkLst>
            <pc:docMk/>
            <pc:sldMk cId="3443530434" sldId="498"/>
            <ac:spMk id="20" creationId="{503C13F0-F202-4CC4-BFCA-7ABE444EECBA}"/>
          </ac:spMkLst>
        </pc:spChg>
        <pc:spChg chg="del">
          <ac:chgData name="东 阚" userId="3599d4e495008c55" providerId="LiveId" clId="{54D04F7E-F4F0-4B46-92B4-8BB4DC4D7919}" dt="2024-04-17T17:12:36.227" v="3313" actId="478"/>
          <ac:spMkLst>
            <pc:docMk/>
            <pc:sldMk cId="3443530434" sldId="498"/>
            <ac:spMk id="21" creationId="{A362CB32-B728-48A8-A705-B9C8B0E31729}"/>
          </ac:spMkLst>
        </pc:spChg>
        <pc:spChg chg="del">
          <ac:chgData name="东 阚" userId="3599d4e495008c55" providerId="LiveId" clId="{54D04F7E-F4F0-4B46-92B4-8BB4DC4D7919}" dt="2024-04-17T17:12:36.227" v="3313" actId="478"/>
          <ac:spMkLst>
            <pc:docMk/>
            <pc:sldMk cId="3443530434" sldId="498"/>
            <ac:spMk id="22" creationId="{34CE7933-068E-4390-BCA5-1BACE6C4A2A7}"/>
          </ac:spMkLst>
        </pc:spChg>
        <pc:spChg chg="del">
          <ac:chgData name="东 阚" userId="3599d4e495008c55" providerId="LiveId" clId="{54D04F7E-F4F0-4B46-92B4-8BB4DC4D7919}" dt="2024-04-17T17:12:36.227" v="3313" actId="478"/>
          <ac:spMkLst>
            <pc:docMk/>
            <pc:sldMk cId="3443530434" sldId="498"/>
            <ac:spMk id="23" creationId="{22FA52F9-4E7B-43E5-981E-39634789EF0A}"/>
          </ac:spMkLst>
        </pc:spChg>
        <pc:spChg chg="del">
          <ac:chgData name="东 阚" userId="3599d4e495008c55" providerId="LiveId" clId="{54D04F7E-F4F0-4B46-92B4-8BB4DC4D7919}" dt="2024-04-17T17:12:36.227" v="3313" actId="478"/>
          <ac:spMkLst>
            <pc:docMk/>
            <pc:sldMk cId="3443530434" sldId="498"/>
            <ac:spMk id="27" creationId="{5F409A0E-1053-4A72-B401-596523C1D4A3}"/>
          </ac:spMkLst>
        </pc:spChg>
        <pc:spChg chg="del">
          <ac:chgData name="东 阚" userId="3599d4e495008c55" providerId="LiveId" clId="{54D04F7E-F4F0-4B46-92B4-8BB4DC4D7919}" dt="2024-04-17T17:12:38.567" v="3314" actId="478"/>
          <ac:spMkLst>
            <pc:docMk/>
            <pc:sldMk cId="3443530434" sldId="498"/>
            <ac:spMk id="28" creationId="{7ED76B3C-E6F4-485F-BBEF-55857DC81D7A}"/>
          </ac:spMkLst>
        </pc:spChg>
        <pc:spChg chg="del">
          <ac:chgData name="东 阚" userId="3599d4e495008c55" providerId="LiveId" clId="{54D04F7E-F4F0-4B46-92B4-8BB4DC4D7919}" dt="2024-04-17T17:12:36.227" v="3313" actId="478"/>
          <ac:spMkLst>
            <pc:docMk/>
            <pc:sldMk cId="3443530434" sldId="498"/>
            <ac:spMk id="29" creationId="{31DAD368-1CE0-4DDA-9DFD-58E62A0E52E0}"/>
          </ac:spMkLst>
        </pc:spChg>
        <pc:spChg chg="del">
          <ac:chgData name="东 阚" userId="3599d4e495008c55" providerId="LiveId" clId="{54D04F7E-F4F0-4B46-92B4-8BB4DC4D7919}" dt="2024-04-17T17:12:36.227" v="3313" actId="478"/>
          <ac:spMkLst>
            <pc:docMk/>
            <pc:sldMk cId="3443530434" sldId="498"/>
            <ac:spMk id="30" creationId="{73706853-13D6-402F-9AA9-A164AFD60AE7}"/>
          </ac:spMkLst>
        </pc:spChg>
        <pc:spChg chg="del">
          <ac:chgData name="东 阚" userId="3599d4e495008c55" providerId="LiveId" clId="{54D04F7E-F4F0-4B46-92B4-8BB4DC4D7919}" dt="2024-04-17T17:12:36.227" v="3313" actId="478"/>
          <ac:spMkLst>
            <pc:docMk/>
            <pc:sldMk cId="3443530434" sldId="498"/>
            <ac:spMk id="31" creationId="{F1D488D0-79B6-4C2C-80B0-DF0E91787824}"/>
          </ac:spMkLst>
        </pc:spChg>
        <pc:spChg chg="del">
          <ac:chgData name="东 阚" userId="3599d4e495008c55" providerId="LiveId" clId="{54D04F7E-F4F0-4B46-92B4-8BB4DC4D7919}" dt="2024-04-17T17:12:36.227" v="3313" actId="478"/>
          <ac:spMkLst>
            <pc:docMk/>
            <pc:sldMk cId="3443530434" sldId="498"/>
            <ac:spMk id="32" creationId="{8AA2138E-6AA5-4C31-A0AD-EAC2B2E3F9B8}"/>
          </ac:spMkLst>
        </pc:spChg>
        <pc:picChg chg="add del">
          <ac:chgData name="东 阚" userId="3599d4e495008c55" providerId="LiveId" clId="{54D04F7E-F4F0-4B46-92B4-8BB4DC4D7919}" dt="2024-04-18T01:53:49.202" v="3351" actId="478"/>
          <ac:picMkLst>
            <pc:docMk/>
            <pc:sldMk cId="3443530434" sldId="498"/>
            <ac:picMk id="5" creationId="{16303D68-D3C2-4340-9980-AF0843A2A549}"/>
          </ac:picMkLst>
        </pc:picChg>
        <pc:picChg chg="del">
          <ac:chgData name="东 阚" userId="3599d4e495008c55" providerId="LiveId" clId="{54D04F7E-F4F0-4B46-92B4-8BB4DC4D7919}" dt="2024-04-17T17:12:36.227" v="3313" actId="478"/>
          <ac:picMkLst>
            <pc:docMk/>
            <pc:sldMk cId="3443530434" sldId="498"/>
            <ac:picMk id="5" creationId="{B5D2C69B-D195-4995-9D39-50D8AE918CB6}"/>
          </ac:picMkLst>
        </pc:picChg>
        <pc:picChg chg="add mod">
          <ac:chgData name="东 阚" userId="3599d4e495008c55" providerId="LiveId" clId="{54D04F7E-F4F0-4B46-92B4-8BB4DC4D7919}" dt="2024-04-18T02:02:30.730" v="3404" actId="14100"/>
          <ac:picMkLst>
            <pc:docMk/>
            <pc:sldMk cId="3443530434" sldId="498"/>
            <ac:picMk id="6" creationId="{44F51C04-1A7F-4AD0-B5AB-6F9C40E29A69}"/>
          </ac:picMkLst>
        </pc:picChg>
        <pc:picChg chg="del">
          <ac:chgData name="东 阚" userId="3599d4e495008c55" providerId="LiveId" clId="{54D04F7E-F4F0-4B46-92B4-8BB4DC4D7919}" dt="2024-04-17T17:12:36.227" v="3313" actId="478"/>
          <ac:picMkLst>
            <pc:docMk/>
            <pc:sldMk cId="3443530434" sldId="498"/>
            <ac:picMk id="16" creationId="{0E4A6770-D617-4234-8083-A4DEBEC76062}"/>
          </ac:picMkLst>
        </pc:picChg>
        <pc:picChg chg="del">
          <ac:chgData name="东 阚" userId="3599d4e495008c55" providerId="LiveId" clId="{54D04F7E-F4F0-4B46-92B4-8BB4DC4D7919}" dt="2024-04-17T17:12:36.227" v="3313" actId="478"/>
          <ac:picMkLst>
            <pc:docMk/>
            <pc:sldMk cId="3443530434" sldId="498"/>
            <ac:picMk id="17" creationId="{2F55E056-20D0-41DD-AEB7-08ED03BA2951}"/>
          </ac:picMkLst>
        </pc:picChg>
        <pc:picChg chg="del">
          <ac:chgData name="东 阚" userId="3599d4e495008c55" providerId="LiveId" clId="{54D04F7E-F4F0-4B46-92B4-8BB4DC4D7919}" dt="2024-04-17T17:12:36.227" v="3313" actId="478"/>
          <ac:picMkLst>
            <pc:docMk/>
            <pc:sldMk cId="3443530434" sldId="498"/>
            <ac:picMk id="18" creationId="{BF756B5C-A31F-4A7B-B5BA-1B68FA278F9C}"/>
          </ac:picMkLst>
        </pc:picChg>
      </pc:sldChg>
      <pc:sldChg chg="addSp delSp modSp mod">
        <pc:chgData name="东 阚" userId="3599d4e495008c55" providerId="LiveId" clId="{54D04F7E-F4F0-4B46-92B4-8BB4DC4D7919}" dt="2024-04-18T06:40:19.443" v="3803"/>
        <pc:sldMkLst>
          <pc:docMk/>
          <pc:sldMk cId="1559124443" sldId="499"/>
        </pc:sldMkLst>
        <pc:spChg chg="add mod">
          <ac:chgData name="东 阚" userId="3599d4e495008c55" providerId="LiveId" clId="{54D04F7E-F4F0-4B46-92B4-8BB4DC4D7919}" dt="2024-04-18T06:40:19.443" v="3803"/>
          <ac:spMkLst>
            <pc:docMk/>
            <pc:sldMk cId="1559124443" sldId="499"/>
            <ac:spMk id="7" creationId="{CEBFFF6A-5007-4F21-B3C8-B486615F3F85}"/>
          </ac:spMkLst>
        </pc:spChg>
        <pc:spChg chg="add mod">
          <ac:chgData name="东 阚" userId="3599d4e495008c55" providerId="LiveId" clId="{54D04F7E-F4F0-4B46-92B4-8BB4DC4D7919}" dt="2024-04-18T01:56:52.290" v="3387" actId="14100"/>
          <ac:spMkLst>
            <pc:docMk/>
            <pc:sldMk cId="1559124443" sldId="499"/>
            <ac:spMk id="8" creationId="{E046F0B4-B193-4604-A4B9-006505E0DBF1}"/>
          </ac:spMkLst>
        </pc:spChg>
        <pc:spChg chg="add mod">
          <ac:chgData name="东 阚" userId="3599d4e495008c55" providerId="LiveId" clId="{54D04F7E-F4F0-4B46-92B4-8BB4DC4D7919}" dt="2024-04-18T01:58:19.811" v="3400" actId="14100"/>
          <ac:spMkLst>
            <pc:docMk/>
            <pc:sldMk cId="1559124443" sldId="499"/>
            <ac:spMk id="10" creationId="{05F3BB98-6D33-4FCA-82B3-AE75228DE3BA}"/>
          </ac:spMkLst>
        </pc:spChg>
        <pc:picChg chg="mod">
          <ac:chgData name="东 阚" userId="3599d4e495008c55" providerId="LiveId" clId="{54D04F7E-F4F0-4B46-92B4-8BB4DC4D7919}" dt="2024-04-18T01:57:46.070" v="3395" actId="1076"/>
          <ac:picMkLst>
            <pc:docMk/>
            <pc:sldMk cId="1559124443" sldId="499"/>
            <ac:picMk id="5" creationId="{16303D68-D3C2-4340-9980-AF0843A2A549}"/>
          </ac:picMkLst>
        </pc:picChg>
        <pc:picChg chg="del">
          <ac:chgData name="东 阚" userId="3599d4e495008c55" providerId="LiveId" clId="{54D04F7E-F4F0-4B46-92B4-8BB4DC4D7919}" dt="2024-04-18T01:53:47.120" v="3350" actId="478"/>
          <ac:picMkLst>
            <pc:docMk/>
            <pc:sldMk cId="1559124443" sldId="499"/>
            <ac:picMk id="6" creationId="{44F51C04-1A7F-4AD0-B5AB-6F9C40E29A69}"/>
          </ac:picMkLst>
        </pc:picChg>
        <pc:picChg chg="add mod">
          <ac:chgData name="东 阚" userId="3599d4e495008c55" providerId="LiveId" clId="{54D04F7E-F4F0-4B46-92B4-8BB4DC4D7919}" dt="2024-04-18T01:57:44.037" v="3393" actId="571"/>
          <ac:picMkLst>
            <pc:docMk/>
            <pc:sldMk cId="1559124443" sldId="499"/>
            <ac:picMk id="9" creationId="{4C50F51B-E9D9-4F40-8300-D1E6E3E5D803}"/>
          </ac:picMkLst>
        </pc:picChg>
      </pc:sldChg>
      <pc:sldChg chg="addSp delSp modSp mod">
        <pc:chgData name="东 阚" userId="3599d4e495008c55" providerId="LiveId" clId="{54D04F7E-F4F0-4B46-92B4-8BB4DC4D7919}" dt="2024-04-18T02:22:47.978" v="3613" actId="1076"/>
        <pc:sldMkLst>
          <pc:docMk/>
          <pc:sldMk cId="3993158072" sldId="500"/>
        </pc:sldMkLst>
        <pc:spChg chg="mod">
          <ac:chgData name="东 阚" userId="3599d4e495008c55" providerId="LiveId" clId="{54D04F7E-F4F0-4B46-92B4-8BB4DC4D7919}" dt="2024-04-18T02:02:13.800" v="3402"/>
          <ac:spMkLst>
            <pc:docMk/>
            <pc:sldMk cId="3993158072" sldId="500"/>
            <ac:spMk id="3" creationId="{00000000-0000-0000-0000-000000000000}"/>
          </ac:spMkLst>
        </pc:spChg>
        <pc:spChg chg="del">
          <ac:chgData name="东 阚" userId="3599d4e495008c55" providerId="LiveId" clId="{54D04F7E-F4F0-4B46-92B4-8BB4DC4D7919}" dt="2024-04-18T01:58:28.365" v="3401" actId="478"/>
          <ac:spMkLst>
            <pc:docMk/>
            <pc:sldMk cId="3993158072" sldId="500"/>
            <ac:spMk id="7" creationId="{CEBFFF6A-5007-4F21-B3C8-B486615F3F85}"/>
          </ac:spMkLst>
        </pc:spChg>
        <pc:spChg chg="del">
          <ac:chgData name="东 阚" userId="3599d4e495008c55" providerId="LiveId" clId="{54D04F7E-F4F0-4B46-92B4-8BB4DC4D7919}" dt="2024-04-18T01:58:28.365" v="3401" actId="478"/>
          <ac:spMkLst>
            <pc:docMk/>
            <pc:sldMk cId="3993158072" sldId="500"/>
            <ac:spMk id="8" creationId="{E046F0B4-B193-4604-A4B9-006505E0DBF1}"/>
          </ac:spMkLst>
        </pc:spChg>
        <pc:spChg chg="add del">
          <ac:chgData name="东 阚" userId="3599d4e495008c55" providerId="LiveId" clId="{54D04F7E-F4F0-4B46-92B4-8BB4DC4D7919}" dt="2024-04-18T02:03:31.458" v="3411" actId="22"/>
          <ac:spMkLst>
            <pc:docMk/>
            <pc:sldMk cId="3993158072" sldId="500"/>
            <ac:spMk id="9" creationId="{5E761964-3798-432B-8604-6C346FF9A11B}"/>
          </ac:spMkLst>
        </pc:spChg>
        <pc:spChg chg="del">
          <ac:chgData name="东 阚" userId="3599d4e495008c55" providerId="LiveId" clId="{54D04F7E-F4F0-4B46-92B4-8BB4DC4D7919}" dt="2024-04-18T01:58:28.365" v="3401" actId="478"/>
          <ac:spMkLst>
            <pc:docMk/>
            <pc:sldMk cId="3993158072" sldId="500"/>
            <ac:spMk id="10" creationId="{05F3BB98-6D33-4FCA-82B3-AE75228DE3BA}"/>
          </ac:spMkLst>
        </pc:spChg>
        <pc:spChg chg="add del mod">
          <ac:chgData name="东 阚" userId="3599d4e495008c55" providerId="LiveId" clId="{54D04F7E-F4F0-4B46-92B4-8BB4DC4D7919}" dt="2024-04-18T02:22:39.349" v="3609" actId="478"/>
          <ac:spMkLst>
            <pc:docMk/>
            <pc:sldMk cId="3993158072" sldId="500"/>
            <ac:spMk id="12" creationId="{4DC12FCA-3808-42BB-A475-1DC75A5FA0CE}"/>
          </ac:spMkLst>
        </pc:spChg>
        <pc:picChg chg="del">
          <ac:chgData name="东 阚" userId="3599d4e495008c55" providerId="LiveId" clId="{54D04F7E-F4F0-4B46-92B4-8BB4DC4D7919}" dt="2024-04-18T01:58:28.365" v="3401" actId="478"/>
          <ac:picMkLst>
            <pc:docMk/>
            <pc:sldMk cId="3993158072" sldId="500"/>
            <ac:picMk id="5" creationId="{16303D68-D3C2-4340-9980-AF0843A2A549}"/>
          </ac:picMkLst>
        </pc:picChg>
        <pc:picChg chg="add mod">
          <ac:chgData name="东 阚" userId="3599d4e495008c55" providerId="LiveId" clId="{54D04F7E-F4F0-4B46-92B4-8BB4DC4D7919}" dt="2024-04-18T02:22:47.978" v="3613" actId="1076"/>
          <ac:picMkLst>
            <pc:docMk/>
            <pc:sldMk cId="3993158072" sldId="500"/>
            <ac:picMk id="11" creationId="{89037C4F-1EC0-47F2-9874-04D409592A5A}"/>
          </ac:picMkLst>
        </pc:picChg>
      </pc:sldChg>
      <pc:sldChg chg="addSp modSp mod">
        <pc:chgData name="东 阚" userId="3599d4e495008c55" providerId="LiveId" clId="{54D04F7E-F4F0-4B46-92B4-8BB4DC4D7919}" dt="2024-04-18T06:40:06.235" v="3792"/>
        <pc:sldMkLst>
          <pc:docMk/>
          <pc:sldMk cId="3926449167" sldId="501"/>
        </pc:sldMkLst>
        <pc:spChg chg="add mod">
          <ac:chgData name="东 阚" userId="3599d4e495008c55" providerId="LiveId" clId="{54D04F7E-F4F0-4B46-92B4-8BB4DC4D7919}" dt="2024-04-18T06:40:06.235" v="3792"/>
          <ac:spMkLst>
            <pc:docMk/>
            <pc:sldMk cId="3926449167" sldId="501"/>
            <ac:spMk id="5" creationId="{FD7369D1-3BA4-41D5-9799-DF738BCCCB40}"/>
          </ac:spMkLst>
        </pc:spChg>
        <pc:spChg chg="mod">
          <ac:chgData name="东 阚" userId="3599d4e495008c55" providerId="LiveId" clId="{54D04F7E-F4F0-4B46-92B4-8BB4DC4D7919}" dt="2024-04-18T02:02:53.864" v="3406" actId="1076"/>
          <ac:spMkLst>
            <pc:docMk/>
            <pc:sldMk cId="3926449167" sldId="501"/>
            <ac:spMk id="12" creationId="{1DF8C4C2-F93B-45C7-B6DA-6740F7169D0E}"/>
          </ac:spMkLst>
        </pc:spChg>
      </pc:sldChg>
      <pc:sldChg chg="addSp modSp mod">
        <pc:chgData name="东 阚" userId="3599d4e495008c55" providerId="LiveId" clId="{54D04F7E-F4F0-4B46-92B4-8BB4DC4D7919}" dt="2024-04-18T06:40:03.503" v="3791"/>
        <pc:sldMkLst>
          <pc:docMk/>
          <pc:sldMk cId="4153874928" sldId="502"/>
        </pc:sldMkLst>
        <pc:spChg chg="add mod">
          <ac:chgData name="东 阚" userId="3599d4e495008c55" providerId="LiveId" clId="{54D04F7E-F4F0-4B46-92B4-8BB4DC4D7919}" dt="2024-04-18T06:40:03.503" v="3791"/>
          <ac:spMkLst>
            <pc:docMk/>
            <pc:sldMk cId="4153874928" sldId="502"/>
            <ac:spMk id="5" creationId="{A1991AE4-C29E-4B31-9B58-71EDF2794298}"/>
          </ac:spMkLst>
        </pc:spChg>
        <pc:spChg chg="mod">
          <ac:chgData name="东 阚" userId="3599d4e495008c55" providerId="LiveId" clId="{54D04F7E-F4F0-4B46-92B4-8BB4DC4D7919}" dt="2024-04-18T02:03:24.450" v="3409"/>
          <ac:spMkLst>
            <pc:docMk/>
            <pc:sldMk cId="4153874928" sldId="502"/>
            <ac:spMk id="12" creationId="{1DF8C4C2-F93B-45C7-B6DA-6740F7169D0E}"/>
          </ac:spMkLst>
        </pc:spChg>
      </pc:sldChg>
      <pc:sldChg chg="addSp modSp add mod">
        <pc:chgData name="东 阚" userId="3599d4e495008c55" providerId="LiveId" clId="{54D04F7E-F4F0-4B46-92B4-8BB4DC4D7919}" dt="2024-04-18T06:39:54.715" v="3790"/>
        <pc:sldMkLst>
          <pc:docMk/>
          <pc:sldMk cId="2272156365" sldId="503"/>
        </pc:sldMkLst>
        <pc:spChg chg="add mod">
          <ac:chgData name="东 阚" userId="3599d4e495008c55" providerId="LiveId" clId="{54D04F7E-F4F0-4B46-92B4-8BB4DC4D7919}" dt="2024-04-18T06:39:54.715" v="3790"/>
          <ac:spMkLst>
            <pc:docMk/>
            <pc:sldMk cId="2272156365" sldId="503"/>
            <ac:spMk id="5" creationId="{B030992D-20F0-4B57-BABF-3E6EF5E9A1B2}"/>
          </ac:spMkLst>
        </pc:spChg>
        <pc:spChg chg="mod">
          <ac:chgData name="东 阚" userId="3599d4e495008c55" providerId="LiveId" clId="{54D04F7E-F4F0-4B46-92B4-8BB4DC4D7919}" dt="2024-04-18T02:03:52.471" v="3414" actId="1076"/>
          <ac:spMkLst>
            <pc:docMk/>
            <pc:sldMk cId="2272156365" sldId="503"/>
            <ac:spMk id="12" creationId="{1DF8C4C2-F93B-45C7-B6DA-6740F7169D0E}"/>
          </ac:spMkLst>
        </pc:spChg>
      </pc:sldChg>
      <pc:sldChg chg="addSp delSp modSp mod">
        <pc:chgData name="东 阚" userId="3599d4e495008c55" providerId="LiveId" clId="{54D04F7E-F4F0-4B46-92B4-8BB4DC4D7919}" dt="2024-04-18T02:26:58.332" v="3707" actId="14100"/>
        <pc:sldMkLst>
          <pc:docMk/>
          <pc:sldMk cId="1197454195" sldId="504"/>
        </pc:sldMkLst>
        <pc:spChg chg="mod">
          <ac:chgData name="东 阚" userId="3599d4e495008c55" providerId="LiveId" clId="{54D04F7E-F4F0-4B46-92B4-8BB4DC4D7919}" dt="2024-04-18T02:23:58.746" v="3617"/>
          <ac:spMkLst>
            <pc:docMk/>
            <pc:sldMk cId="1197454195" sldId="504"/>
            <ac:spMk id="3" creationId="{00000000-0000-0000-0000-000000000000}"/>
          </ac:spMkLst>
        </pc:spChg>
        <pc:spChg chg="add mod">
          <ac:chgData name="东 阚" userId="3599d4e495008c55" providerId="LiveId" clId="{54D04F7E-F4F0-4B46-92B4-8BB4DC4D7919}" dt="2024-04-18T02:26:35.598" v="3701" actId="1035"/>
          <ac:spMkLst>
            <pc:docMk/>
            <pc:sldMk cId="1197454195" sldId="504"/>
            <ac:spMk id="6" creationId="{C56D9844-24ED-4486-B226-4230312765FE}"/>
          </ac:spMkLst>
        </pc:spChg>
        <pc:spChg chg="add mod">
          <ac:chgData name="东 阚" userId="3599d4e495008c55" providerId="LiveId" clId="{54D04F7E-F4F0-4B46-92B4-8BB4DC4D7919}" dt="2024-04-18T02:26:35.598" v="3701" actId="1035"/>
          <ac:spMkLst>
            <pc:docMk/>
            <pc:sldMk cId="1197454195" sldId="504"/>
            <ac:spMk id="7" creationId="{7ED4DEA6-04F8-4C4F-9113-B39A795C8FA5}"/>
          </ac:spMkLst>
        </pc:spChg>
        <pc:spChg chg="add mod">
          <ac:chgData name="东 阚" userId="3599d4e495008c55" providerId="LiveId" clId="{54D04F7E-F4F0-4B46-92B4-8BB4DC4D7919}" dt="2024-04-18T02:26:58.332" v="3707" actId="14100"/>
          <ac:spMkLst>
            <pc:docMk/>
            <pc:sldMk cId="1197454195" sldId="504"/>
            <ac:spMk id="13" creationId="{869E20B9-43FC-46CF-BAD1-428BEA85F235}"/>
          </ac:spMkLst>
        </pc:spChg>
        <pc:picChg chg="add mod">
          <ac:chgData name="东 阚" userId="3599d4e495008c55" providerId="LiveId" clId="{54D04F7E-F4F0-4B46-92B4-8BB4DC4D7919}" dt="2024-04-18T02:26:41.697" v="3703" actId="1076"/>
          <ac:picMkLst>
            <pc:docMk/>
            <pc:sldMk cId="1197454195" sldId="504"/>
            <ac:picMk id="5" creationId="{33913F80-1138-421D-ADB6-19AE0FFFE644}"/>
          </ac:picMkLst>
        </pc:picChg>
        <pc:picChg chg="add mod">
          <ac:chgData name="东 阚" userId="3599d4e495008c55" providerId="LiveId" clId="{54D04F7E-F4F0-4B46-92B4-8BB4DC4D7919}" dt="2024-04-18T02:26:35.598" v="3701" actId="1035"/>
          <ac:picMkLst>
            <pc:docMk/>
            <pc:sldMk cId="1197454195" sldId="504"/>
            <ac:picMk id="8" creationId="{578CA2C3-0AB6-4981-A6AF-5014F5ED6ED0}"/>
          </ac:picMkLst>
        </pc:picChg>
        <pc:picChg chg="add del mod">
          <ac:chgData name="东 阚" userId="3599d4e495008c55" providerId="LiveId" clId="{54D04F7E-F4F0-4B46-92B4-8BB4DC4D7919}" dt="2024-04-18T02:26:07.558" v="3680" actId="22"/>
          <ac:picMkLst>
            <pc:docMk/>
            <pc:sldMk cId="1197454195" sldId="504"/>
            <ac:picMk id="9" creationId="{689AD185-1E82-467C-A83B-DDB3A9477931}"/>
          </ac:picMkLst>
        </pc:picChg>
        <pc:picChg chg="del">
          <ac:chgData name="东 阚" userId="3599d4e495008c55" providerId="LiveId" clId="{54D04F7E-F4F0-4B46-92B4-8BB4DC4D7919}" dt="2024-04-18T02:23:50.582" v="3616" actId="478"/>
          <ac:picMkLst>
            <pc:docMk/>
            <pc:sldMk cId="1197454195" sldId="504"/>
            <ac:picMk id="11" creationId="{89037C4F-1EC0-47F2-9874-04D409592A5A}"/>
          </ac:picMkLst>
        </pc:picChg>
        <pc:picChg chg="add mod">
          <ac:chgData name="东 阚" userId="3599d4e495008c55" providerId="LiveId" clId="{54D04F7E-F4F0-4B46-92B4-8BB4DC4D7919}" dt="2024-04-18T02:26:29.088" v="3684" actId="1076"/>
          <ac:picMkLst>
            <pc:docMk/>
            <pc:sldMk cId="1197454195" sldId="504"/>
            <ac:picMk id="12" creationId="{63283042-D2F3-4775-84F3-9AC3850C43BC}"/>
          </ac:picMkLst>
        </pc:picChg>
      </pc:sldChg>
      <pc:sldChg chg="del">
        <pc:chgData name="东 阚" userId="3599d4e495008c55" providerId="LiveId" clId="{54D04F7E-F4F0-4B46-92B4-8BB4DC4D7919}" dt="2024-04-18T02:23:45.988" v="3615"/>
        <pc:sldMkLst>
          <pc:docMk/>
          <pc:sldMk cId="2881012671" sldId="504"/>
        </pc:sldMkLst>
      </pc:sldChg>
      <pc:sldChg chg="addSp delSp modSp add mod">
        <pc:chgData name="东 阚" userId="3599d4e495008c55" providerId="LiveId" clId="{54D04F7E-F4F0-4B46-92B4-8BB4DC4D7919}" dt="2024-04-18T09:05:56.133" v="6371" actId="1035"/>
        <pc:sldMkLst>
          <pc:docMk/>
          <pc:sldMk cId="1107347690" sldId="505"/>
        </pc:sldMkLst>
        <pc:spChg chg="del">
          <ac:chgData name="东 阚" userId="3599d4e495008c55" providerId="LiveId" clId="{54D04F7E-F4F0-4B46-92B4-8BB4DC4D7919}" dt="2024-04-18T02:28:05.342" v="3711" actId="478"/>
          <ac:spMkLst>
            <pc:docMk/>
            <pc:sldMk cId="1107347690" sldId="505"/>
            <ac:spMk id="6" creationId="{C56D9844-24ED-4486-B226-4230312765FE}"/>
          </ac:spMkLst>
        </pc:spChg>
        <pc:spChg chg="del">
          <ac:chgData name="东 阚" userId="3599d4e495008c55" providerId="LiveId" clId="{54D04F7E-F4F0-4B46-92B4-8BB4DC4D7919}" dt="2024-04-18T02:28:05.342" v="3711" actId="478"/>
          <ac:spMkLst>
            <pc:docMk/>
            <pc:sldMk cId="1107347690" sldId="505"/>
            <ac:spMk id="7" creationId="{7ED4DEA6-04F8-4C4F-9113-B39A795C8FA5}"/>
          </ac:spMkLst>
        </pc:spChg>
        <pc:spChg chg="add del mod">
          <ac:chgData name="东 阚" userId="3599d4e495008c55" providerId="LiveId" clId="{54D04F7E-F4F0-4B46-92B4-8BB4DC4D7919}" dt="2024-04-18T02:28:04.040" v="3710"/>
          <ac:spMkLst>
            <pc:docMk/>
            <pc:sldMk cId="1107347690" sldId="505"/>
            <ac:spMk id="10" creationId="{6DB7AE69-DE21-4157-B218-040D0E28833D}"/>
          </ac:spMkLst>
        </pc:spChg>
        <pc:spChg chg="add del mod">
          <ac:chgData name="东 阚" userId="3599d4e495008c55" providerId="LiveId" clId="{54D04F7E-F4F0-4B46-92B4-8BB4DC4D7919}" dt="2024-04-18T02:28:04.040" v="3710"/>
          <ac:spMkLst>
            <pc:docMk/>
            <pc:sldMk cId="1107347690" sldId="505"/>
            <ac:spMk id="11" creationId="{F4131736-D791-474B-AD83-A8A098166821}"/>
          </ac:spMkLst>
        </pc:spChg>
        <pc:spChg chg="del">
          <ac:chgData name="东 阚" userId="3599d4e495008c55" providerId="LiveId" clId="{54D04F7E-F4F0-4B46-92B4-8BB4DC4D7919}" dt="2024-04-18T02:28:05.342" v="3711" actId="478"/>
          <ac:spMkLst>
            <pc:docMk/>
            <pc:sldMk cId="1107347690" sldId="505"/>
            <ac:spMk id="13" creationId="{869E20B9-43FC-46CF-BAD1-428BEA85F235}"/>
          </ac:spMkLst>
        </pc:spChg>
        <pc:spChg chg="add del mod">
          <ac:chgData name="东 阚" userId="3599d4e495008c55" providerId="LiveId" clId="{54D04F7E-F4F0-4B46-92B4-8BB4DC4D7919}" dt="2024-04-18T02:28:04.040" v="3710"/>
          <ac:spMkLst>
            <pc:docMk/>
            <pc:sldMk cId="1107347690" sldId="505"/>
            <ac:spMk id="15" creationId="{31C63B98-BCC3-4990-A2AF-23B5DB5C08FE}"/>
          </ac:spMkLst>
        </pc:spChg>
        <pc:spChg chg="add del mod">
          <ac:chgData name="东 阚" userId="3599d4e495008c55" providerId="LiveId" clId="{54D04F7E-F4F0-4B46-92B4-8BB4DC4D7919}" dt="2024-04-18T02:28:04.040" v="3710"/>
          <ac:spMkLst>
            <pc:docMk/>
            <pc:sldMk cId="1107347690" sldId="505"/>
            <ac:spMk id="16" creationId="{80BB4859-D11F-428E-ACD2-912FE8C9BD46}"/>
          </ac:spMkLst>
        </pc:spChg>
        <pc:spChg chg="add mod">
          <ac:chgData name="东 阚" userId="3599d4e495008c55" providerId="LiveId" clId="{54D04F7E-F4F0-4B46-92B4-8BB4DC4D7919}" dt="2024-04-18T02:28:38.103" v="3735" actId="1037"/>
          <ac:spMkLst>
            <pc:docMk/>
            <pc:sldMk cId="1107347690" sldId="505"/>
            <ac:spMk id="18" creationId="{18174EEB-B41B-4649-AEE1-E6405091BAD4}"/>
          </ac:spMkLst>
        </pc:spChg>
        <pc:spChg chg="add mod">
          <ac:chgData name="东 阚" userId="3599d4e495008c55" providerId="LiveId" clId="{54D04F7E-F4F0-4B46-92B4-8BB4DC4D7919}" dt="2024-04-18T02:28:38.103" v="3735" actId="1037"/>
          <ac:spMkLst>
            <pc:docMk/>
            <pc:sldMk cId="1107347690" sldId="505"/>
            <ac:spMk id="19" creationId="{E6F4CEE2-3236-44DF-AE98-8CE040D70532}"/>
          </ac:spMkLst>
        </pc:spChg>
        <pc:spChg chg="add mod">
          <ac:chgData name="东 阚" userId="3599d4e495008c55" providerId="LiveId" clId="{54D04F7E-F4F0-4B46-92B4-8BB4DC4D7919}" dt="2024-04-18T02:28:38.103" v="3735" actId="1037"/>
          <ac:spMkLst>
            <pc:docMk/>
            <pc:sldMk cId="1107347690" sldId="505"/>
            <ac:spMk id="21" creationId="{CDA32379-290C-4936-95F4-BE496F8906AC}"/>
          </ac:spMkLst>
        </pc:spChg>
        <pc:spChg chg="add mod">
          <ac:chgData name="东 阚" userId="3599d4e495008c55" providerId="LiveId" clId="{54D04F7E-F4F0-4B46-92B4-8BB4DC4D7919}" dt="2024-04-18T02:28:38.103" v="3735" actId="1037"/>
          <ac:spMkLst>
            <pc:docMk/>
            <pc:sldMk cId="1107347690" sldId="505"/>
            <ac:spMk id="22" creationId="{1A28637F-155E-4161-ABCE-D07498CCA073}"/>
          </ac:spMkLst>
        </pc:spChg>
        <pc:spChg chg="add mod">
          <ac:chgData name="东 阚" userId="3599d4e495008c55" providerId="LiveId" clId="{54D04F7E-F4F0-4B46-92B4-8BB4DC4D7919}" dt="2024-04-18T02:29:22.332" v="3747" actId="1035"/>
          <ac:spMkLst>
            <pc:docMk/>
            <pc:sldMk cId="1107347690" sldId="505"/>
            <ac:spMk id="25" creationId="{749B1DB7-7DD1-435A-B891-69711E111928}"/>
          </ac:spMkLst>
        </pc:spChg>
        <pc:picChg chg="del">
          <ac:chgData name="东 阚" userId="3599d4e495008c55" providerId="LiveId" clId="{54D04F7E-F4F0-4B46-92B4-8BB4DC4D7919}" dt="2024-04-18T02:28:05.342" v="3711" actId="478"/>
          <ac:picMkLst>
            <pc:docMk/>
            <pc:sldMk cId="1107347690" sldId="505"/>
            <ac:picMk id="5" creationId="{33913F80-1138-421D-ADB6-19AE0FFFE644}"/>
          </ac:picMkLst>
        </pc:picChg>
        <pc:picChg chg="del">
          <ac:chgData name="东 阚" userId="3599d4e495008c55" providerId="LiveId" clId="{54D04F7E-F4F0-4B46-92B4-8BB4DC4D7919}" dt="2024-04-18T02:28:05.342" v="3711" actId="478"/>
          <ac:picMkLst>
            <pc:docMk/>
            <pc:sldMk cId="1107347690" sldId="505"/>
            <ac:picMk id="8" creationId="{578CA2C3-0AB6-4981-A6AF-5014F5ED6ED0}"/>
          </ac:picMkLst>
        </pc:picChg>
        <pc:picChg chg="add mod">
          <ac:chgData name="东 阚" userId="3599d4e495008c55" providerId="LiveId" clId="{54D04F7E-F4F0-4B46-92B4-8BB4DC4D7919}" dt="2024-04-18T09:05:56.133" v="6371" actId="1035"/>
          <ac:picMkLst>
            <pc:docMk/>
            <pc:sldMk cId="1107347690" sldId="505"/>
            <ac:picMk id="9" creationId="{29B4B5EE-DAB3-45EA-9444-48F1F903421C}"/>
          </ac:picMkLst>
        </pc:picChg>
        <pc:picChg chg="del">
          <ac:chgData name="东 阚" userId="3599d4e495008c55" providerId="LiveId" clId="{54D04F7E-F4F0-4B46-92B4-8BB4DC4D7919}" dt="2024-04-18T02:29:25.206" v="3748" actId="478"/>
          <ac:picMkLst>
            <pc:docMk/>
            <pc:sldMk cId="1107347690" sldId="505"/>
            <ac:picMk id="12" creationId="{63283042-D2F3-4775-84F3-9AC3850C43BC}"/>
          </ac:picMkLst>
        </pc:picChg>
        <pc:picChg chg="add del mod">
          <ac:chgData name="东 阚" userId="3599d4e495008c55" providerId="LiveId" clId="{54D04F7E-F4F0-4B46-92B4-8BB4DC4D7919}" dt="2024-04-18T02:28:04.040" v="3710"/>
          <ac:picMkLst>
            <pc:docMk/>
            <pc:sldMk cId="1107347690" sldId="505"/>
            <ac:picMk id="14" creationId="{CC79C4E1-665D-40C8-B56C-B11BC3A05FDC}"/>
          </ac:picMkLst>
        </pc:picChg>
        <pc:picChg chg="add del mod">
          <ac:chgData name="东 阚" userId="3599d4e495008c55" providerId="LiveId" clId="{54D04F7E-F4F0-4B46-92B4-8BB4DC4D7919}" dt="2024-04-18T02:28:04.040" v="3710"/>
          <ac:picMkLst>
            <pc:docMk/>
            <pc:sldMk cId="1107347690" sldId="505"/>
            <ac:picMk id="17" creationId="{0DA8E4FE-3BE7-4A71-8D33-67A6169C88DB}"/>
          </ac:picMkLst>
        </pc:picChg>
        <pc:picChg chg="add mod">
          <ac:chgData name="东 阚" userId="3599d4e495008c55" providerId="LiveId" clId="{54D04F7E-F4F0-4B46-92B4-8BB4DC4D7919}" dt="2024-04-18T02:28:38.103" v="3735" actId="1037"/>
          <ac:picMkLst>
            <pc:docMk/>
            <pc:sldMk cId="1107347690" sldId="505"/>
            <ac:picMk id="20" creationId="{17C99566-D216-44F9-82DF-35D9658C6002}"/>
          </ac:picMkLst>
        </pc:picChg>
        <pc:picChg chg="add mod">
          <ac:chgData name="东 阚" userId="3599d4e495008c55" providerId="LiveId" clId="{54D04F7E-F4F0-4B46-92B4-8BB4DC4D7919}" dt="2024-04-18T02:28:38.103" v="3735" actId="1037"/>
          <ac:picMkLst>
            <pc:docMk/>
            <pc:sldMk cId="1107347690" sldId="505"/>
            <ac:picMk id="23" creationId="{4261D729-9752-4528-9738-E3229BB92CC6}"/>
          </ac:picMkLst>
        </pc:picChg>
        <pc:picChg chg="add mod">
          <ac:chgData name="东 阚" userId="3599d4e495008c55" providerId="LiveId" clId="{54D04F7E-F4F0-4B46-92B4-8BB4DC4D7919}" dt="2024-04-18T02:29:00.633" v="3737" actId="1076"/>
          <ac:picMkLst>
            <pc:docMk/>
            <pc:sldMk cId="1107347690" sldId="505"/>
            <ac:picMk id="24" creationId="{8F1D61CF-8C3A-4445-A5A2-7CD807778413}"/>
          </ac:picMkLst>
        </pc:picChg>
      </pc:sldChg>
      <pc:sldChg chg="addSp delSp modSp mod">
        <pc:chgData name="东 阚" userId="3599d4e495008c55" providerId="LiveId" clId="{54D04F7E-F4F0-4B46-92B4-8BB4DC4D7919}" dt="2024-04-18T06:51:34.335" v="3871" actId="1076"/>
        <pc:sldMkLst>
          <pc:docMk/>
          <pc:sldMk cId="3464189735" sldId="506"/>
        </pc:sldMkLst>
        <pc:spChg chg="mod">
          <ac:chgData name="东 阚" userId="3599d4e495008c55" providerId="LiveId" clId="{54D04F7E-F4F0-4B46-92B4-8BB4DC4D7919}" dt="2024-04-18T02:32:23.173" v="3769"/>
          <ac:spMkLst>
            <pc:docMk/>
            <pc:sldMk cId="3464189735" sldId="506"/>
            <ac:spMk id="3" creationId="{00000000-0000-0000-0000-000000000000}"/>
          </ac:spMkLst>
        </pc:spChg>
        <pc:spChg chg="add mod">
          <ac:chgData name="东 阚" userId="3599d4e495008c55" providerId="LiveId" clId="{54D04F7E-F4F0-4B46-92B4-8BB4DC4D7919}" dt="2024-04-18T06:51:34.335" v="3871" actId="1076"/>
          <ac:spMkLst>
            <pc:docMk/>
            <pc:sldMk cId="3464189735" sldId="506"/>
            <ac:spMk id="4" creationId="{3230E3CB-6C74-4E1E-87F3-24CF1756527C}"/>
          </ac:spMkLst>
        </pc:spChg>
        <pc:spChg chg="add mod">
          <ac:chgData name="东 阚" userId="3599d4e495008c55" providerId="LiveId" clId="{54D04F7E-F4F0-4B46-92B4-8BB4DC4D7919}" dt="2024-04-18T06:51:20.575" v="3870" actId="207"/>
          <ac:spMkLst>
            <pc:docMk/>
            <pc:sldMk cId="3464189735" sldId="506"/>
            <ac:spMk id="5" creationId="{6D8C5746-8B83-46C9-A590-EBA40994A380}"/>
          </ac:spMkLst>
        </pc:spChg>
        <pc:spChg chg="del">
          <ac:chgData name="东 阚" userId="3599d4e495008c55" providerId="LiveId" clId="{54D04F7E-F4F0-4B46-92B4-8BB4DC4D7919}" dt="2024-04-18T02:32:28.394" v="3770" actId="478"/>
          <ac:spMkLst>
            <pc:docMk/>
            <pc:sldMk cId="3464189735" sldId="506"/>
            <ac:spMk id="18" creationId="{18174EEB-B41B-4649-AEE1-E6405091BAD4}"/>
          </ac:spMkLst>
        </pc:spChg>
        <pc:spChg chg="del">
          <ac:chgData name="东 阚" userId="3599d4e495008c55" providerId="LiveId" clId="{54D04F7E-F4F0-4B46-92B4-8BB4DC4D7919}" dt="2024-04-18T02:32:28.394" v="3770" actId="478"/>
          <ac:spMkLst>
            <pc:docMk/>
            <pc:sldMk cId="3464189735" sldId="506"/>
            <ac:spMk id="19" creationId="{E6F4CEE2-3236-44DF-AE98-8CE040D70532}"/>
          </ac:spMkLst>
        </pc:spChg>
        <pc:spChg chg="del">
          <ac:chgData name="东 阚" userId="3599d4e495008c55" providerId="LiveId" clId="{54D04F7E-F4F0-4B46-92B4-8BB4DC4D7919}" dt="2024-04-18T02:32:28.394" v="3770" actId="478"/>
          <ac:spMkLst>
            <pc:docMk/>
            <pc:sldMk cId="3464189735" sldId="506"/>
            <ac:spMk id="21" creationId="{CDA32379-290C-4936-95F4-BE496F8906AC}"/>
          </ac:spMkLst>
        </pc:spChg>
        <pc:spChg chg="del">
          <ac:chgData name="东 阚" userId="3599d4e495008c55" providerId="LiveId" clId="{54D04F7E-F4F0-4B46-92B4-8BB4DC4D7919}" dt="2024-04-18T02:32:28.394" v="3770" actId="478"/>
          <ac:spMkLst>
            <pc:docMk/>
            <pc:sldMk cId="3464189735" sldId="506"/>
            <ac:spMk id="22" creationId="{1A28637F-155E-4161-ABCE-D07498CCA073}"/>
          </ac:spMkLst>
        </pc:spChg>
        <pc:spChg chg="del">
          <ac:chgData name="东 阚" userId="3599d4e495008c55" providerId="LiveId" clId="{54D04F7E-F4F0-4B46-92B4-8BB4DC4D7919}" dt="2024-04-18T02:32:28.394" v="3770" actId="478"/>
          <ac:spMkLst>
            <pc:docMk/>
            <pc:sldMk cId="3464189735" sldId="506"/>
            <ac:spMk id="25" creationId="{749B1DB7-7DD1-435A-B891-69711E111928}"/>
          </ac:spMkLst>
        </pc:spChg>
        <pc:picChg chg="del">
          <ac:chgData name="东 阚" userId="3599d4e495008c55" providerId="LiveId" clId="{54D04F7E-F4F0-4B46-92B4-8BB4DC4D7919}" dt="2024-04-18T02:32:28.394" v="3770" actId="478"/>
          <ac:picMkLst>
            <pc:docMk/>
            <pc:sldMk cId="3464189735" sldId="506"/>
            <ac:picMk id="9" creationId="{29B4B5EE-DAB3-45EA-9444-48F1F903421C}"/>
          </ac:picMkLst>
        </pc:picChg>
        <pc:picChg chg="del">
          <ac:chgData name="东 阚" userId="3599d4e495008c55" providerId="LiveId" clId="{54D04F7E-F4F0-4B46-92B4-8BB4DC4D7919}" dt="2024-04-18T02:32:28.394" v="3770" actId="478"/>
          <ac:picMkLst>
            <pc:docMk/>
            <pc:sldMk cId="3464189735" sldId="506"/>
            <ac:picMk id="20" creationId="{17C99566-D216-44F9-82DF-35D9658C6002}"/>
          </ac:picMkLst>
        </pc:picChg>
        <pc:picChg chg="del">
          <ac:chgData name="东 阚" userId="3599d4e495008c55" providerId="LiveId" clId="{54D04F7E-F4F0-4B46-92B4-8BB4DC4D7919}" dt="2024-04-18T02:32:28.394" v="3770" actId="478"/>
          <ac:picMkLst>
            <pc:docMk/>
            <pc:sldMk cId="3464189735" sldId="506"/>
            <ac:picMk id="23" creationId="{4261D729-9752-4528-9738-E3229BB92CC6}"/>
          </ac:picMkLst>
        </pc:picChg>
        <pc:picChg chg="del">
          <ac:chgData name="东 阚" userId="3599d4e495008c55" providerId="LiveId" clId="{54D04F7E-F4F0-4B46-92B4-8BB4DC4D7919}" dt="2024-04-18T02:32:28.394" v="3770" actId="478"/>
          <ac:picMkLst>
            <pc:docMk/>
            <pc:sldMk cId="3464189735" sldId="506"/>
            <ac:picMk id="24" creationId="{8F1D61CF-8C3A-4445-A5A2-7CD807778413}"/>
          </ac:picMkLst>
        </pc:picChg>
      </pc:sldChg>
      <pc:sldChg chg="addSp modSp mod">
        <pc:chgData name="东 阚" userId="3599d4e495008c55" providerId="LiveId" clId="{54D04F7E-F4F0-4B46-92B4-8BB4DC4D7919}" dt="2024-04-18T06:56:03.380" v="3919" actId="14100"/>
        <pc:sldMkLst>
          <pc:docMk/>
          <pc:sldMk cId="1353543293" sldId="507"/>
        </pc:sldMkLst>
        <pc:spChg chg="add mod">
          <ac:chgData name="东 阚" userId="3599d4e495008c55" providerId="LiveId" clId="{54D04F7E-F4F0-4B46-92B4-8BB4DC4D7919}" dt="2024-04-18T06:52:26.811" v="3872"/>
          <ac:spMkLst>
            <pc:docMk/>
            <pc:sldMk cId="1353543293" sldId="507"/>
            <ac:spMk id="4" creationId="{DB43D40F-8A9A-4E09-B23F-EACFA35D9350}"/>
          </ac:spMkLst>
        </pc:spChg>
        <pc:spChg chg="add mod">
          <ac:chgData name="东 阚" userId="3599d4e495008c55" providerId="LiveId" clId="{54D04F7E-F4F0-4B46-92B4-8BB4DC4D7919}" dt="2024-04-18T06:54:40.503" v="3909" actId="207"/>
          <ac:spMkLst>
            <pc:docMk/>
            <pc:sldMk cId="1353543293" sldId="507"/>
            <ac:spMk id="5" creationId="{1AFCC0B3-7A45-49AF-9CBC-68A904B51EFB}"/>
          </ac:spMkLst>
        </pc:spChg>
        <pc:spChg chg="add mod">
          <ac:chgData name="东 阚" userId="3599d4e495008c55" providerId="LiveId" clId="{54D04F7E-F4F0-4B46-92B4-8BB4DC4D7919}" dt="2024-04-18T06:56:03.380" v="3919" actId="14100"/>
          <ac:spMkLst>
            <pc:docMk/>
            <pc:sldMk cId="1353543293" sldId="507"/>
            <ac:spMk id="8" creationId="{2E1D8AD4-A7B3-446D-A826-F694D77232B7}"/>
          </ac:spMkLst>
        </pc:spChg>
        <pc:picChg chg="add mod">
          <ac:chgData name="东 阚" userId="3599d4e495008c55" providerId="LiveId" clId="{54D04F7E-F4F0-4B46-92B4-8BB4DC4D7919}" dt="2024-04-18T06:54:51.445" v="3913" actId="1076"/>
          <ac:picMkLst>
            <pc:docMk/>
            <pc:sldMk cId="1353543293" sldId="507"/>
            <ac:picMk id="7" creationId="{6EB1BAC7-006E-4001-AD49-9BE6A1359040}"/>
          </ac:picMkLst>
        </pc:picChg>
      </pc:sldChg>
      <pc:sldChg chg="addSp delSp modSp add mod">
        <pc:chgData name="东 阚" userId="3599d4e495008c55" providerId="LiveId" clId="{54D04F7E-F4F0-4B46-92B4-8BB4DC4D7919}" dt="2024-04-18T06:58:15.775" v="3944" actId="122"/>
        <pc:sldMkLst>
          <pc:docMk/>
          <pc:sldMk cId="1285423314" sldId="508"/>
        </pc:sldMkLst>
        <pc:spChg chg="mod">
          <ac:chgData name="东 阚" userId="3599d4e495008c55" providerId="LiveId" clId="{54D04F7E-F4F0-4B46-92B4-8BB4DC4D7919}" dt="2024-04-18T06:56:26.263" v="3922" actId="20577"/>
          <ac:spMkLst>
            <pc:docMk/>
            <pc:sldMk cId="1285423314" sldId="508"/>
            <ac:spMk id="4" creationId="{DB43D40F-8A9A-4E09-B23F-EACFA35D9350}"/>
          </ac:spMkLst>
        </pc:spChg>
        <pc:spChg chg="add del mod">
          <ac:chgData name="东 阚" userId="3599d4e495008c55" providerId="LiveId" clId="{54D04F7E-F4F0-4B46-92B4-8BB4DC4D7919}" dt="2024-04-18T06:58:15.775" v="3944" actId="122"/>
          <ac:spMkLst>
            <pc:docMk/>
            <pc:sldMk cId="1285423314" sldId="508"/>
            <ac:spMk id="5" creationId="{1AFCC0B3-7A45-49AF-9CBC-68A904B51EFB}"/>
          </ac:spMkLst>
        </pc:spChg>
        <pc:spChg chg="add del">
          <ac:chgData name="东 阚" userId="3599d4e495008c55" providerId="LiveId" clId="{54D04F7E-F4F0-4B46-92B4-8BB4DC4D7919}" dt="2024-04-18T06:56:34.306" v="3925" actId="478"/>
          <ac:spMkLst>
            <pc:docMk/>
            <pc:sldMk cId="1285423314" sldId="508"/>
            <ac:spMk id="8" creationId="{2E1D8AD4-A7B3-446D-A826-F694D77232B7}"/>
          </ac:spMkLst>
        </pc:spChg>
        <pc:picChg chg="add del">
          <ac:chgData name="东 阚" userId="3599d4e495008c55" providerId="LiveId" clId="{54D04F7E-F4F0-4B46-92B4-8BB4DC4D7919}" dt="2024-04-18T06:56:34.306" v="3925" actId="478"/>
          <ac:picMkLst>
            <pc:docMk/>
            <pc:sldMk cId="1285423314" sldId="508"/>
            <ac:picMk id="7" creationId="{6EB1BAC7-006E-4001-AD49-9BE6A1359040}"/>
          </ac:picMkLst>
        </pc:picChg>
        <pc:picChg chg="add mod">
          <ac:chgData name="东 阚" userId="3599d4e495008c55" providerId="LiveId" clId="{54D04F7E-F4F0-4B46-92B4-8BB4DC4D7919}" dt="2024-04-18T06:58:12.508" v="3943" actId="1076"/>
          <ac:picMkLst>
            <pc:docMk/>
            <pc:sldMk cId="1285423314" sldId="508"/>
            <ac:picMk id="9" creationId="{2097AB14-2B82-47A1-A4EB-538288E18ACE}"/>
          </ac:picMkLst>
        </pc:picChg>
      </pc:sldChg>
      <pc:sldChg chg="addSp modSp add mod">
        <pc:chgData name="东 阚" userId="3599d4e495008c55" providerId="LiveId" clId="{54D04F7E-F4F0-4B46-92B4-8BB4DC4D7919}" dt="2024-04-18T07:11:14.364" v="4307" actId="113"/>
        <pc:sldMkLst>
          <pc:docMk/>
          <pc:sldMk cId="1122767051" sldId="509"/>
        </pc:sldMkLst>
        <pc:spChg chg="mod">
          <ac:chgData name="东 阚" userId="3599d4e495008c55" providerId="LiveId" clId="{54D04F7E-F4F0-4B46-92B4-8BB4DC4D7919}" dt="2024-04-18T07:04:12.827" v="3993"/>
          <ac:spMkLst>
            <pc:docMk/>
            <pc:sldMk cId="1122767051" sldId="509"/>
            <ac:spMk id="3" creationId="{00000000-0000-0000-0000-000000000000}"/>
          </ac:spMkLst>
        </pc:spChg>
        <pc:spChg chg="mod">
          <ac:chgData name="东 阚" userId="3599d4e495008c55" providerId="LiveId" clId="{54D04F7E-F4F0-4B46-92B4-8BB4DC4D7919}" dt="2024-04-18T07:05:33.121" v="4007" actId="14100"/>
          <ac:spMkLst>
            <pc:docMk/>
            <pc:sldMk cId="1122767051" sldId="509"/>
            <ac:spMk id="7" creationId="{3D293503-1DDB-4569-8089-0E4A67A41731}"/>
          </ac:spMkLst>
        </pc:spChg>
        <pc:spChg chg="add mod">
          <ac:chgData name="东 阚" userId="3599d4e495008c55" providerId="LiveId" clId="{54D04F7E-F4F0-4B46-92B4-8BB4DC4D7919}" dt="2024-04-18T07:05:45.274" v="4010" actId="14100"/>
          <ac:spMkLst>
            <pc:docMk/>
            <pc:sldMk cId="1122767051" sldId="509"/>
            <ac:spMk id="8" creationId="{391EE0C2-00EA-452E-99E8-201B14C6689C}"/>
          </ac:spMkLst>
        </pc:spChg>
        <pc:spChg chg="add mod">
          <ac:chgData name="东 阚" userId="3599d4e495008c55" providerId="LiveId" clId="{54D04F7E-F4F0-4B46-92B4-8BB4DC4D7919}" dt="2024-04-18T07:11:14.364" v="4307" actId="113"/>
          <ac:spMkLst>
            <pc:docMk/>
            <pc:sldMk cId="1122767051" sldId="509"/>
            <ac:spMk id="9" creationId="{99243142-E682-4435-B65C-2996FC983892}"/>
          </ac:spMkLst>
        </pc:spChg>
        <pc:picChg chg="mod">
          <ac:chgData name="东 阚" userId="3599d4e495008c55" providerId="LiveId" clId="{54D04F7E-F4F0-4B46-92B4-8BB4DC4D7919}" dt="2024-04-18T07:07:50.796" v="4147" actId="1076"/>
          <ac:picMkLst>
            <pc:docMk/>
            <pc:sldMk cId="1122767051" sldId="509"/>
            <ac:picMk id="6" creationId="{44F51C04-1A7F-4AD0-B5AB-6F9C40E29A69}"/>
          </ac:picMkLst>
        </pc:picChg>
      </pc:sldChg>
    </pc:docChg>
  </pc:docChgLst>
  <pc:docChgLst>
    <pc:chgData name="东 阚" userId="3599d4e495008c55" providerId="LiveId" clId="{C9E92F88-3B43-4EC3-ABA6-696BAD4619D5}"/>
    <pc:docChg chg="undo custSel addSld delSld modSld sldOrd">
      <pc:chgData name="东 阚" userId="3599d4e495008c55" providerId="LiveId" clId="{C9E92F88-3B43-4EC3-ABA6-696BAD4619D5}" dt="2024-04-18T10:35:44.327" v="2060"/>
      <pc:docMkLst>
        <pc:docMk/>
      </pc:docMkLst>
      <pc:sldChg chg="ord">
        <pc:chgData name="东 阚" userId="3599d4e495008c55" providerId="LiveId" clId="{C9E92F88-3B43-4EC3-ABA6-696BAD4619D5}" dt="2024-04-16T14:06:18.726" v="1267"/>
        <pc:sldMkLst>
          <pc:docMk/>
          <pc:sldMk cId="0" sldId="376"/>
        </pc:sldMkLst>
      </pc:sldChg>
      <pc:sldChg chg="addSp modSp mod modAnim modNotesTx">
        <pc:chgData name="东 阚" userId="3599d4e495008c55" providerId="LiveId" clId="{C9E92F88-3B43-4EC3-ABA6-696BAD4619D5}" dt="2024-04-18T09:51:07.753" v="1323"/>
        <pc:sldMkLst>
          <pc:docMk/>
          <pc:sldMk cId="0" sldId="405"/>
        </pc:sldMkLst>
        <pc:spChg chg="mod">
          <ac:chgData name="东 阚" userId="3599d4e495008c55" providerId="LiveId" clId="{C9E92F88-3B43-4EC3-ABA6-696BAD4619D5}" dt="2024-04-15T12:38:13.220" v="97" actId="20577"/>
          <ac:spMkLst>
            <pc:docMk/>
            <pc:sldMk cId="0" sldId="405"/>
            <ac:spMk id="3" creationId="{00000000-0000-0000-0000-000000000000}"/>
          </ac:spMkLst>
        </pc:spChg>
        <pc:spChg chg="add mod">
          <ac:chgData name="东 阚" userId="3599d4e495008c55" providerId="LiveId" clId="{C9E92F88-3B43-4EC3-ABA6-696BAD4619D5}" dt="2024-04-15T12:37:27.632" v="44" actId="1076"/>
          <ac:spMkLst>
            <pc:docMk/>
            <pc:sldMk cId="0" sldId="405"/>
            <ac:spMk id="4" creationId="{733F3CC3-E6EF-4C6D-A783-801766ECE36E}"/>
          </ac:spMkLst>
        </pc:spChg>
        <pc:spChg chg="add mod">
          <ac:chgData name="东 阚" userId="3599d4e495008c55" providerId="LiveId" clId="{C9E92F88-3B43-4EC3-ABA6-696BAD4619D5}" dt="2024-04-15T12:38:29.082" v="98" actId="403"/>
          <ac:spMkLst>
            <pc:docMk/>
            <pc:sldMk cId="0" sldId="405"/>
            <ac:spMk id="5" creationId="{D6A68AC8-1C3E-4352-B8FE-178AB3C7847B}"/>
          </ac:spMkLst>
        </pc:spChg>
        <pc:picChg chg="add mod">
          <ac:chgData name="东 阚" userId="3599d4e495008c55" providerId="LiveId" clId="{C9E92F88-3B43-4EC3-ABA6-696BAD4619D5}" dt="2024-04-15T12:37:44.416" v="49" actId="1076"/>
          <ac:picMkLst>
            <pc:docMk/>
            <pc:sldMk cId="0" sldId="405"/>
            <ac:picMk id="7" creationId="{0F7ACF61-6590-423B-8A0C-88EA815233C9}"/>
          </ac:picMkLst>
        </pc:picChg>
      </pc:sldChg>
      <pc:sldChg chg="modSp mod">
        <pc:chgData name="东 阚" userId="3599d4e495008c55" providerId="LiveId" clId="{C9E92F88-3B43-4EC3-ABA6-696BAD4619D5}" dt="2024-04-15T13:20:34.911" v="409" actId="1076"/>
        <pc:sldMkLst>
          <pc:docMk/>
          <pc:sldMk cId="0" sldId="408"/>
        </pc:sldMkLst>
        <pc:spChg chg="mod">
          <ac:chgData name="东 阚" userId="3599d4e495008c55" providerId="LiveId" clId="{C9E92F88-3B43-4EC3-ABA6-696BAD4619D5}" dt="2024-04-15T13:19:56.232" v="402" actId="1076"/>
          <ac:spMkLst>
            <pc:docMk/>
            <pc:sldMk cId="0" sldId="408"/>
            <ac:spMk id="30" creationId="{00000000-0000-0000-0000-000000000000}"/>
          </ac:spMkLst>
        </pc:spChg>
        <pc:spChg chg="mod">
          <ac:chgData name="东 阚" userId="3599d4e495008c55" providerId="LiveId" clId="{C9E92F88-3B43-4EC3-ABA6-696BAD4619D5}" dt="2024-04-15T13:20:34.911" v="409" actId="1076"/>
          <ac:spMkLst>
            <pc:docMk/>
            <pc:sldMk cId="0" sldId="408"/>
            <ac:spMk id="32" creationId="{00000000-0000-0000-0000-000000000000}"/>
          </ac:spMkLst>
        </pc:spChg>
        <pc:spChg chg="mod">
          <ac:chgData name="东 阚" userId="3599d4e495008c55" providerId="LiveId" clId="{C9E92F88-3B43-4EC3-ABA6-696BAD4619D5}" dt="2024-04-15T13:20:05.922" v="405" actId="1076"/>
          <ac:spMkLst>
            <pc:docMk/>
            <pc:sldMk cId="0" sldId="408"/>
            <ac:spMk id="43" creationId="{00000000-0000-0000-0000-000000000000}"/>
          </ac:spMkLst>
        </pc:spChg>
      </pc:sldChg>
      <pc:sldChg chg="delSp modSp mod ord modNotesTx">
        <pc:chgData name="东 阚" userId="3599d4e495008c55" providerId="LiveId" clId="{C9E92F88-3B43-4EC3-ABA6-696BAD4619D5}" dt="2024-04-16T14:07:33.191" v="1322"/>
        <pc:sldMkLst>
          <pc:docMk/>
          <pc:sldMk cId="0" sldId="418"/>
        </pc:sldMkLst>
        <pc:spChg chg="mod">
          <ac:chgData name="东 阚" userId="3599d4e495008c55" providerId="LiveId" clId="{C9E92F88-3B43-4EC3-ABA6-696BAD4619D5}" dt="2024-04-16T14:07:33.191" v="1322"/>
          <ac:spMkLst>
            <pc:docMk/>
            <pc:sldMk cId="0" sldId="418"/>
            <ac:spMk id="3" creationId="{00000000-0000-0000-0000-000000000000}"/>
          </ac:spMkLst>
        </pc:spChg>
        <pc:spChg chg="del">
          <ac:chgData name="东 阚" userId="3599d4e495008c55" providerId="LiveId" clId="{C9E92F88-3B43-4EC3-ABA6-696BAD4619D5}" dt="2024-04-16T14:06:28.366" v="1270" actId="478"/>
          <ac:spMkLst>
            <pc:docMk/>
            <pc:sldMk cId="0" sldId="418"/>
            <ac:spMk id="5" creationId="{00000000-0000-0000-0000-000000000000}"/>
          </ac:spMkLst>
        </pc:spChg>
        <pc:spChg chg="del">
          <ac:chgData name="东 阚" userId="3599d4e495008c55" providerId="LiveId" clId="{C9E92F88-3B43-4EC3-ABA6-696BAD4619D5}" dt="2024-04-16T14:06:28.366" v="1270" actId="478"/>
          <ac:spMkLst>
            <pc:docMk/>
            <pc:sldMk cId="0" sldId="418"/>
            <ac:spMk id="8" creationId="{00000000-0000-0000-0000-000000000000}"/>
          </ac:spMkLst>
        </pc:spChg>
        <pc:picChg chg="del">
          <ac:chgData name="东 阚" userId="3599d4e495008c55" providerId="LiveId" clId="{C9E92F88-3B43-4EC3-ABA6-696BAD4619D5}" dt="2024-04-16T14:06:28.366" v="1270" actId="478"/>
          <ac:picMkLst>
            <pc:docMk/>
            <pc:sldMk cId="0" sldId="418"/>
            <ac:picMk id="7" creationId="{00000000-0000-0000-0000-000000000000}"/>
          </ac:picMkLst>
        </pc:picChg>
      </pc:sldChg>
      <pc:sldChg chg="modSp mod">
        <pc:chgData name="东 阚" userId="3599d4e495008c55" providerId="LiveId" clId="{C9E92F88-3B43-4EC3-ABA6-696BAD4619D5}" dt="2024-04-16T13:41:02.844" v="847" actId="1076"/>
        <pc:sldMkLst>
          <pc:docMk/>
          <pc:sldMk cId="0" sldId="447"/>
        </pc:sldMkLst>
        <pc:spChg chg="mod">
          <ac:chgData name="东 阚" userId="3599d4e495008c55" providerId="LiveId" clId="{C9E92F88-3B43-4EC3-ABA6-696BAD4619D5}" dt="2024-04-16T13:41:02.844" v="847" actId="1076"/>
          <ac:spMkLst>
            <pc:docMk/>
            <pc:sldMk cId="0" sldId="447"/>
            <ac:spMk id="14" creationId="{00000000-0000-0000-0000-000000000000}"/>
          </ac:spMkLst>
        </pc:spChg>
        <pc:picChg chg="mod">
          <ac:chgData name="东 阚" userId="3599d4e495008c55" providerId="LiveId" clId="{C9E92F88-3B43-4EC3-ABA6-696BAD4619D5}" dt="2024-04-16T13:41:00.024" v="846" actId="1076"/>
          <ac:picMkLst>
            <pc:docMk/>
            <pc:sldMk cId="0" sldId="447"/>
            <ac:picMk id="6" creationId="{00000000-0000-0000-0000-000000000000}"/>
          </ac:picMkLst>
        </pc:picChg>
      </pc:sldChg>
      <pc:sldChg chg="addSp delSp modSp">
        <pc:chgData name="东 阚" userId="3599d4e495008c55" providerId="LiveId" clId="{C9E92F88-3B43-4EC3-ABA6-696BAD4619D5}" dt="2024-04-16T13:56:44.179" v="1080"/>
        <pc:sldMkLst>
          <pc:docMk/>
          <pc:sldMk cId="0" sldId="458"/>
        </pc:sldMkLst>
        <pc:spChg chg="add del mod">
          <ac:chgData name="东 阚" userId="3599d4e495008c55" providerId="LiveId" clId="{C9E92F88-3B43-4EC3-ABA6-696BAD4619D5}" dt="2024-04-16T13:56:44.179" v="1080"/>
          <ac:spMkLst>
            <pc:docMk/>
            <pc:sldMk cId="0" sldId="458"/>
            <ac:spMk id="17" creationId="{80C827A6-77FD-4FB6-8B46-0DDBB0FB7AC5}"/>
          </ac:spMkLst>
        </pc:spChg>
      </pc:sldChg>
      <pc:sldChg chg="modNotesTx">
        <pc:chgData name="东 阚" userId="3599d4e495008c55" providerId="LiveId" clId="{C9E92F88-3B43-4EC3-ABA6-696BAD4619D5}" dt="2024-04-18T10:20:11.097" v="1858" actId="20577"/>
        <pc:sldMkLst>
          <pc:docMk/>
          <pc:sldMk cId="0" sldId="464"/>
        </pc:sldMkLst>
      </pc:sldChg>
      <pc:sldChg chg="modNotesTx">
        <pc:chgData name="东 阚" userId="3599d4e495008c55" providerId="LiveId" clId="{C9E92F88-3B43-4EC3-ABA6-696BAD4619D5}" dt="2024-04-18T10:27:37.699" v="2004" actId="20577"/>
        <pc:sldMkLst>
          <pc:docMk/>
          <pc:sldMk cId="0" sldId="471"/>
        </pc:sldMkLst>
      </pc:sldChg>
      <pc:sldChg chg="addSp delSp modSp add mod modNotesTx">
        <pc:chgData name="东 阚" userId="3599d4e495008c55" providerId="LiveId" clId="{C9E92F88-3B43-4EC3-ABA6-696BAD4619D5}" dt="2024-04-15T12:50:28.467" v="106" actId="1076"/>
        <pc:sldMkLst>
          <pc:docMk/>
          <pc:sldMk cId="272481146" sldId="474"/>
        </pc:sldMkLst>
        <pc:spChg chg="del">
          <ac:chgData name="东 阚" userId="3599d4e495008c55" providerId="LiveId" clId="{C9E92F88-3B43-4EC3-ABA6-696BAD4619D5}" dt="2024-04-15T12:41:21.794" v="101" actId="478"/>
          <ac:spMkLst>
            <pc:docMk/>
            <pc:sldMk cId="272481146" sldId="474"/>
            <ac:spMk id="4" creationId="{733F3CC3-E6EF-4C6D-A783-801766ECE36E}"/>
          </ac:spMkLst>
        </pc:spChg>
        <pc:spChg chg="del">
          <ac:chgData name="东 阚" userId="3599d4e495008c55" providerId="LiveId" clId="{C9E92F88-3B43-4EC3-ABA6-696BAD4619D5}" dt="2024-04-15T12:41:28.068" v="102" actId="478"/>
          <ac:spMkLst>
            <pc:docMk/>
            <pc:sldMk cId="272481146" sldId="474"/>
            <ac:spMk id="5" creationId="{D6A68AC8-1C3E-4352-B8FE-178AB3C7847B}"/>
          </ac:spMkLst>
        </pc:spChg>
        <pc:spChg chg="add mod">
          <ac:chgData name="东 阚" userId="3599d4e495008c55" providerId="LiveId" clId="{C9E92F88-3B43-4EC3-ABA6-696BAD4619D5}" dt="2024-04-15T12:49:59.682" v="103"/>
          <ac:spMkLst>
            <pc:docMk/>
            <pc:sldMk cId="272481146" sldId="474"/>
            <ac:spMk id="8" creationId="{11390C8F-EBC5-4CDA-B5FB-256E0C124D58}"/>
          </ac:spMkLst>
        </pc:spChg>
        <pc:picChg chg="del">
          <ac:chgData name="东 阚" userId="3599d4e495008c55" providerId="LiveId" clId="{C9E92F88-3B43-4EC3-ABA6-696BAD4619D5}" dt="2024-04-15T12:41:21.794" v="101" actId="478"/>
          <ac:picMkLst>
            <pc:docMk/>
            <pc:sldMk cId="272481146" sldId="474"/>
            <ac:picMk id="7" creationId="{0F7ACF61-6590-423B-8A0C-88EA815233C9}"/>
          </ac:picMkLst>
        </pc:picChg>
        <pc:picChg chg="add mod">
          <ac:chgData name="东 阚" userId="3599d4e495008c55" providerId="LiveId" clId="{C9E92F88-3B43-4EC3-ABA6-696BAD4619D5}" dt="2024-04-15T12:50:28.467" v="106" actId="1076"/>
          <ac:picMkLst>
            <pc:docMk/>
            <pc:sldMk cId="272481146" sldId="474"/>
            <ac:picMk id="9" creationId="{4B1D9B23-7861-4894-BFE1-AD1195ED619C}"/>
          </ac:picMkLst>
        </pc:picChg>
      </pc:sldChg>
      <pc:sldChg chg="addSp delSp modSp mod modNotesTx">
        <pc:chgData name="东 阚" userId="3599d4e495008c55" providerId="LiveId" clId="{C9E92F88-3B43-4EC3-ABA6-696BAD4619D5}" dt="2024-04-15T13:51:53.489" v="759"/>
        <pc:sldMkLst>
          <pc:docMk/>
          <pc:sldMk cId="4288220314" sldId="475"/>
        </pc:sldMkLst>
        <pc:spChg chg="mod">
          <ac:chgData name="东 阚" userId="3599d4e495008c55" providerId="LiveId" clId="{C9E92F88-3B43-4EC3-ABA6-696BAD4619D5}" dt="2024-04-15T13:09:01.295" v="265" actId="20577"/>
          <ac:spMkLst>
            <pc:docMk/>
            <pc:sldMk cId="4288220314" sldId="475"/>
            <ac:spMk id="3" creationId="{00000000-0000-0000-0000-000000000000}"/>
          </ac:spMkLst>
        </pc:spChg>
        <pc:spChg chg="add mod">
          <ac:chgData name="东 阚" userId="3599d4e495008c55" providerId="LiveId" clId="{C9E92F88-3B43-4EC3-ABA6-696BAD4619D5}" dt="2024-04-15T13:51:53.489" v="759"/>
          <ac:spMkLst>
            <pc:docMk/>
            <pc:sldMk cId="4288220314" sldId="475"/>
            <ac:spMk id="6" creationId="{3A1888B5-48C1-4F2B-92AB-0E70AEC04110}"/>
          </ac:spMkLst>
        </pc:spChg>
        <pc:spChg chg="del">
          <ac:chgData name="东 阚" userId="3599d4e495008c55" providerId="LiveId" clId="{C9E92F88-3B43-4EC3-ABA6-696BAD4619D5}" dt="2024-04-15T12:56:18.780" v="108" actId="478"/>
          <ac:spMkLst>
            <pc:docMk/>
            <pc:sldMk cId="4288220314" sldId="475"/>
            <ac:spMk id="8" creationId="{11390C8F-EBC5-4CDA-B5FB-256E0C124D58}"/>
          </ac:spMkLst>
        </pc:spChg>
        <pc:picChg chg="del">
          <ac:chgData name="东 阚" userId="3599d4e495008c55" providerId="LiveId" clId="{C9E92F88-3B43-4EC3-ABA6-696BAD4619D5}" dt="2024-04-15T12:56:15.036" v="107" actId="478"/>
          <ac:picMkLst>
            <pc:docMk/>
            <pc:sldMk cId="4288220314" sldId="475"/>
            <ac:picMk id="9" creationId="{4B1D9B23-7861-4894-BFE1-AD1195ED619C}"/>
          </ac:picMkLst>
        </pc:picChg>
      </pc:sldChg>
      <pc:sldChg chg="addSp modSp mod modNotesTx">
        <pc:chgData name="东 阚" userId="3599d4e495008c55" providerId="LiveId" clId="{C9E92F88-3B43-4EC3-ABA6-696BAD4619D5}" dt="2024-04-15T13:45:25.438" v="710"/>
        <pc:sldMkLst>
          <pc:docMk/>
          <pc:sldMk cId="2042330573" sldId="476"/>
        </pc:sldMkLst>
        <pc:spChg chg="mod">
          <ac:chgData name="东 阚" userId="3599d4e495008c55" providerId="LiveId" clId="{C9E92F88-3B43-4EC3-ABA6-696BAD4619D5}" dt="2024-04-15T13:43:18.147" v="696" actId="20577"/>
          <ac:spMkLst>
            <pc:docMk/>
            <pc:sldMk cId="2042330573" sldId="476"/>
            <ac:spMk id="3" creationId="{00000000-0000-0000-0000-000000000000}"/>
          </ac:spMkLst>
        </pc:spChg>
        <pc:spChg chg="add mod">
          <ac:chgData name="东 阚" userId="3599d4e495008c55" providerId="LiveId" clId="{C9E92F88-3B43-4EC3-ABA6-696BAD4619D5}" dt="2024-04-15T13:42:41.117" v="622" actId="207"/>
          <ac:spMkLst>
            <pc:docMk/>
            <pc:sldMk cId="2042330573" sldId="476"/>
            <ac:spMk id="6" creationId="{C60D351E-7DC3-45CB-9A5E-152D663EEC67}"/>
          </ac:spMkLst>
        </pc:spChg>
        <pc:picChg chg="add mod">
          <ac:chgData name="东 阚" userId="3599d4e495008c55" providerId="LiveId" clId="{C9E92F88-3B43-4EC3-ABA6-696BAD4619D5}" dt="2024-04-15T13:44:33.060" v="703" actId="1076"/>
          <ac:picMkLst>
            <pc:docMk/>
            <pc:sldMk cId="2042330573" sldId="476"/>
            <ac:picMk id="5" creationId="{73797D01-4D5A-44D8-99CF-39EEB56D951E}"/>
          </ac:picMkLst>
        </pc:picChg>
      </pc:sldChg>
      <pc:sldChg chg="addSp delSp modSp mod modNotesTx">
        <pc:chgData name="东 阚" userId="3599d4e495008c55" providerId="LiveId" clId="{C9E92F88-3B43-4EC3-ABA6-696BAD4619D5}" dt="2024-04-16T13:25:10.663" v="770" actId="20577"/>
        <pc:sldMkLst>
          <pc:docMk/>
          <pc:sldMk cId="3274686346" sldId="477"/>
        </pc:sldMkLst>
        <pc:spChg chg="mod">
          <ac:chgData name="东 阚" userId="3599d4e495008c55" providerId="LiveId" clId="{C9E92F88-3B43-4EC3-ABA6-696BAD4619D5}" dt="2024-04-16T13:25:10.663" v="770" actId="20577"/>
          <ac:spMkLst>
            <pc:docMk/>
            <pc:sldMk cId="3274686346" sldId="477"/>
            <ac:spMk id="3" creationId="{00000000-0000-0000-0000-000000000000}"/>
          </ac:spMkLst>
        </pc:spChg>
        <pc:spChg chg="del">
          <ac:chgData name="东 阚" userId="3599d4e495008c55" providerId="LiveId" clId="{C9E92F88-3B43-4EC3-ABA6-696BAD4619D5}" dt="2024-04-15T13:12:16.645" v="271" actId="478"/>
          <ac:spMkLst>
            <pc:docMk/>
            <pc:sldMk cId="3274686346" sldId="477"/>
            <ac:spMk id="6" creationId="{3A1888B5-48C1-4F2B-92AB-0E70AEC04110}"/>
          </ac:spMkLst>
        </pc:spChg>
        <pc:spChg chg="add del">
          <ac:chgData name="东 阚" userId="3599d4e495008c55" providerId="LiveId" clId="{C9E92F88-3B43-4EC3-ABA6-696BAD4619D5}" dt="2024-04-15T13:13:13.660" v="296" actId="478"/>
          <ac:spMkLst>
            <pc:docMk/>
            <pc:sldMk cId="3274686346" sldId="477"/>
            <ac:spMk id="7" creationId="{80302D35-317A-4247-8888-DD800DC6D59C}"/>
          </ac:spMkLst>
        </pc:spChg>
        <pc:spChg chg="add mod">
          <ac:chgData name="东 阚" userId="3599d4e495008c55" providerId="LiveId" clId="{C9E92F88-3B43-4EC3-ABA6-696BAD4619D5}" dt="2024-04-15T13:47:49.396" v="714"/>
          <ac:spMkLst>
            <pc:docMk/>
            <pc:sldMk cId="3274686346" sldId="477"/>
            <ac:spMk id="8" creationId="{A5992F7B-EC5A-4455-A01B-27FD7E6F8DBF}"/>
          </ac:spMkLst>
        </pc:spChg>
        <pc:spChg chg="add mod">
          <ac:chgData name="东 阚" userId="3599d4e495008c55" providerId="LiveId" clId="{C9E92F88-3B43-4EC3-ABA6-696BAD4619D5}" dt="2024-04-15T13:27:49.077" v="558" actId="1035"/>
          <ac:spMkLst>
            <pc:docMk/>
            <pc:sldMk cId="3274686346" sldId="477"/>
            <ac:spMk id="9" creationId="{406ABEAF-CA39-4B6A-9F04-EA8AC044C87F}"/>
          </ac:spMkLst>
        </pc:spChg>
        <pc:spChg chg="mod">
          <ac:chgData name="东 阚" userId="3599d4e495008c55" providerId="LiveId" clId="{C9E92F88-3B43-4EC3-ABA6-696BAD4619D5}" dt="2024-04-15T13:14:59.088" v="310"/>
          <ac:spMkLst>
            <pc:docMk/>
            <pc:sldMk cId="3274686346" sldId="477"/>
            <ac:spMk id="11" creationId="{A20548D4-0BD5-419D-9C62-3C395C7E2C7F}"/>
          </ac:spMkLst>
        </pc:spChg>
        <pc:spChg chg="mod">
          <ac:chgData name="东 阚" userId="3599d4e495008c55" providerId="LiveId" clId="{C9E92F88-3B43-4EC3-ABA6-696BAD4619D5}" dt="2024-04-15T13:14:59.088" v="310"/>
          <ac:spMkLst>
            <pc:docMk/>
            <pc:sldMk cId="3274686346" sldId="477"/>
            <ac:spMk id="12" creationId="{565D16B5-1856-45C1-B5C6-9B805270385A}"/>
          </ac:spMkLst>
        </pc:spChg>
        <pc:spChg chg="add mod">
          <ac:chgData name="东 阚" userId="3599d4e495008c55" providerId="LiveId" clId="{C9E92F88-3B43-4EC3-ABA6-696BAD4619D5}" dt="2024-04-15T13:27:49.077" v="558" actId="1035"/>
          <ac:spMkLst>
            <pc:docMk/>
            <pc:sldMk cId="3274686346" sldId="477"/>
            <ac:spMk id="13" creationId="{D73DF610-5761-4069-8B2A-E66B7FACEBC1}"/>
          </ac:spMkLst>
        </pc:spChg>
        <pc:spChg chg="add mod">
          <ac:chgData name="东 阚" userId="3599d4e495008c55" providerId="LiveId" clId="{C9E92F88-3B43-4EC3-ABA6-696BAD4619D5}" dt="2024-04-15T13:27:49.077" v="558" actId="1035"/>
          <ac:spMkLst>
            <pc:docMk/>
            <pc:sldMk cId="3274686346" sldId="477"/>
            <ac:spMk id="14" creationId="{C396B5C6-D021-4490-BE3C-0C70E6915DC6}"/>
          </ac:spMkLst>
        </pc:spChg>
        <pc:spChg chg="add mod">
          <ac:chgData name="东 阚" userId="3599d4e495008c55" providerId="LiveId" clId="{C9E92F88-3B43-4EC3-ABA6-696BAD4619D5}" dt="2024-04-15T13:27:49.077" v="558" actId="1035"/>
          <ac:spMkLst>
            <pc:docMk/>
            <pc:sldMk cId="3274686346" sldId="477"/>
            <ac:spMk id="15" creationId="{519DB414-1CE5-4B5E-BC25-D0AF4948A77B}"/>
          </ac:spMkLst>
        </pc:spChg>
        <pc:spChg chg="add del mod">
          <ac:chgData name="东 阚" userId="3599d4e495008c55" providerId="LiveId" clId="{C9E92F88-3B43-4EC3-ABA6-696BAD4619D5}" dt="2024-04-15T13:19:49.884" v="401"/>
          <ac:spMkLst>
            <pc:docMk/>
            <pc:sldMk cId="3274686346" sldId="477"/>
            <ac:spMk id="16" creationId="{6EFFDB8A-630D-4187-A3A4-49CBE9163C83}"/>
          </ac:spMkLst>
        </pc:spChg>
        <pc:spChg chg="add mod">
          <ac:chgData name="东 阚" userId="3599d4e495008c55" providerId="LiveId" clId="{C9E92F88-3B43-4EC3-ABA6-696BAD4619D5}" dt="2024-04-15T13:27:49.077" v="558" actId="1035"/>
          <ac:spMkLst>
            <pc:docMk/>
            <pc:sldMk cId="3274686346" sldId="477"/>
            <ac:spMk id="17" creationId="{551E7C20-4C2A-419B-A2CA-38AA832B1437}"/>
          </ac:spMkLst>
        </pc:spChg>
        <pc:spChg chg="add mod">
          <ac:chgData name="东 阚" userId="3599d4e495008c55" providerId="LiveId" clId="{C9E92F88-3B43-4EC3-ABA6-696BAD4619D5}" dt="2024-04-15T13:27:49.077" v="558" actId="1035"/>
          <ac:spMkLst>
            <pc:docMk/>
            <pc:sldMk cId="3274686346" sldId="477"/>
            <ac:spMk id="18" creationId="{9A652672-A398-40AC-8978-D97B803C8D84}"/>
          </ac:spMkLst>
        </pc:spChg>
        <pc:spChg chg="add mod">
          <ac:chgData name="东 阚" userId="3599d4e495008c55" providerId="LiveId" clId="{C9E92F88-3B43-4EC3-ABA6-696BAD4619D5}" dt="2024-04-15T13:27:49.077" v="558" actId="1035"/>
          <ac:spMkLst>
            <pc:docMk/>
            <pc:sldMk cId="3274686346" sldId="477"/>
            <ac:spMk id="19" creationId="{647A70AD-BD0E-4FA6-8689-91011F654F06}"/>
          </ac:spMkLst>
        </pc:spChg>
        <pc:spChg chg="add mod">
          <ac:chgData name="东 阚" userId="3599d4e495008c55" providerId="LiveId" clId="{C9E92F88-3B43-4EC3-ABA6-696BAD4619D5}" dt="2024-04-15T13:27:49.077" v="558" actId="1035"/>
          <ac:spMkLst>
            <pc:docMk/>
            <pc:sldMk cId="3274686346" sldId="477"/>
            <ac:spMk id="20" creationId="{60BF99D0-472C-4C17-8876-2E4E45B14E60}"/>
          </ac:spMkLst>
        </pc:spChg>
        <pc:spChg chg="add mod">
          <ac:chgData name="东 阚" userId="3599d4e495008c55" providerId="LiveId" clId="{C9E92F88-3B43-4EC3-ABA6-696BAD4619D5}" dt="2024-04-15T13:27:49.077" v="558" actId="1035"/>
          <ac:spMkLst>
            <pc:docMk/>
            <pc:sldMk cId="3274686346" sldId="477"/>
            <ac:spMk id="21" creationId="{7BAED089-E8E8-4696-BE09-BB275721F557}"/>
          </ac:spMkLst>
        </pc:spChg>
        <pc:spChg chg="add mod">
          <ac:chgData name="东 阚" userId="3599d4e495008c55" providerId="LiveId" clId="{C9E92F88-3B43-4EC3-ABA6-696BAD4619D5}" dt="2024-04-15T13:27:49.077" v="558" actId="1035"/>
          <ac:spMkLst>
            <pc:docMk/>
            <pc:sldMk cId="3274686346" sldId="477"/>
            <ac:spMk id="22" creationId="{148BF965-4E2E-4F37-A71F-0D1EC6E99371}"/>
          </ac:spMkLst>
        </pc:spChg>
        <pc:spChg chg="add mod">
          <ac:chgData name="东 阚" userId="3599d4e495008c55" providerId="LiveId" clId="{C9E92F88-3B43-4EC3-ABA6-696BAD4619D5}" dt="2024-04-15T13:27:49.077" v="558" actId="1035"/>
          <ac:spMkLst>
            <pc:docMk/>
            <pc:sldMk cId="3274686346" sldId="477"/>
            <ac:spMk id="23" creationId="{C48FB5B0-8B8F-41E5-8E4E-F6F1A295EB0C}"/>
          </ac:spMkLst>
        </pc:spChg>
        <pc:spChg chg="add mod">
          <ac:chgData name="东 阚" userId="3599d4e495008c55" providerId="LiveId" clId="{C9E92F88-3B43-4EC3-ABA6-696BAD4619D5}" dt="2024-04-15T13:27:49.077" v="558" actId="1035"/>
          <ac:spMkLst>
            <pc:docMk/>
            <pc:sldMk cId="3274686346" sldId="477"/>
            <ac:spMk id="24" creationId="{72CC5F4B-150C-43B6-9143-AE2B28F67AAB}"/>
          </ac:spMkLst>
        </pc:spChg>
        <pc:grpChg chg="add del mod">
          <ac:chgData name="东 阚" userId="3599d4e495008c55" providerId="LiveId" clId="{C9E92F88-3B43-4EC3-ABA6-696BAD4619D5}" dt="2024-04-15T13:15:07.361" v="346" actId="478"/>
          <ac:grpSpMkLst>
            <pc:docMk/>
            <pc:sldMk cId="3274686346" sldId="477"/>
            <ac:grpSpMk id="10" creationId="{7911EACD-FB6C-428E-AB91-CEEDB6226A88}"/>
          </ac:grpSpMkLst>
        </pc:grpChg>
      </pc:sldChg>
      <pc:sldChg chg="addSp delSp modSp add mod modNotesTx">
        <pc:chgData name="东 阚" userId="3599d4e495008c55" providerId="LiveId" clId="{C9E92F88-3B43-4EC3-ABA6-696BAD4619D5}" dt="2024-04-16T14:04:19.327" v="1264" actId="20577"/>
        <pc:sldMkLst>
          <pc:docMk/>
          <pc:sldMk cId="3794052198" sldId="478"/>
        </pc:sldMkLst>
        <pc:spChg chg="mod">
          <ac:chgData name="东 阚" userId="3599d4e495008c55" providerId="LiveId" clId="{C9E92F88-3B43-4EC3-ABA6-696BAD4619D5}" dt="2024-04-15T13:49:08.591" v="740" actId="20577"/>
          <ac:spMkLst>
            <pc:docMk/>
            <pc:sldMk cId="3794052198" sldId="478"/>
            <ac:spMk id="3" creationId="{00000000-0000-0000-0000-000000000000}"/>
          </ac:spMkLst>
        </pc:spChg>
        <pc:spChg chg="add mod">
          <ac:chgData name="东 阚" userId="3599d4e495008c55" providerId="LiveId" clId="{C9E92F88-3B43-4EC3-ABA6-696BAD4619D5}" dt="2024-04-16T14:03:44.303" v="1256" actId="1076"/>
          <ac:spMkLst>
            <pc:docMk/>
            <pc:sldMk cId="3794052198" sldId="478"/>
            <ac:spMk id="4" creationId="{3C403AA8-251D-4A3C-A19A-90D5EA6B13F3}"/>
          </ac:spMkLst>
        </pc:spChg>
        <pc:spChg chg="add mod">
          <ac:chgData name="东 阚" userId="3599d4e495008c55" providerId="LiveId" clId="{C9E92F88-3B43-4EC3-ABA6-696BAD4619D5}" dt="2024-04-16T14:03:50.056" v="1257" actId="1076"/>
          <ac:spMkLst>
            <pc:docMk/>
            <pc:sldMk cId="3794052198" sldId="478"/>
            <ac:spMk id="5" creationId="{053D28A2-C4DC-478B-80C9-E61E2F4E9C80}"/>
          </ac:spMkLst>
        </pc:spChg>
        <pc:spChg chg="add del mod">
          <ac:chgData name="东 阚" userId="3599d4e495008c55" providerId="LiveId" clId="{C9E92F88-3B43-4EC3-ABA6-696BAD4619D5}" dt="2024-04-16T13:40:01.648" v="830"/>
          <ac:spMkLst>
            <pc:docMk/>
            <pc:sldMk cId="3794052198" sldId="478"/>
            <ac:spMk id="6" creationId="{4F7001EF-0B4E-4B83-9518-91F016C78801}"/>
          </ac:spMkLst>
        </pc:spChg>
        <pc:spChg chg="del">
          <ac:chgData name="东 阚" userId="3599d4e495008c55" providerId="LiveId" clId="{C9E92F88-3B43-4EC3-ABA6-696BAD4619D5}" dt="2024-04-15T13:44:58.891" v="707" actId="478"/>
          <ac:spMkLst>
            <pc:docMk/>
            <pc:sldMk cId="3794052198" sldId="478"/>
            <ac:spMk id="6" creationId="{C60D351E-7DC3-45CB-9A5E-152D663EEC67}"/>
          </ac:spMkLst>
        </pc:spChg>
        <pc:spChg chg="add mod">
          <ac:chgData name="东 阚" userId="3599d4e495008c55" providerId="LiveId" clId="{C9E92F88-3B43-4EC3-ABA6-696BAD4619D5}" dt="2024-04-16T14:03:44.303" v="1256" actId="1076"/>
          <ac:spMkLst>
            <pc:docMk/>
            <pc:sldMk cId="3794052198" sldId="478"/>
            <ac:spMk id="7" creationId="{276983CF-77F4-4C0A-9A69-4071FA487FA3}"/>
          </ac:spMkLst>
        </pc:spChg>
        <pc:spChg chg="add mod">
          <ac:chgData name="东 阚" userId="3599d4e495008c55" providerId="LiveId" clId="{C9E92F88-3B43-4EC3-ABA6-696BAD4619D5}" dt="2024-04-16T14:03:44.303" v="1256" actId="1076"/>
          <ac:spMkLst>
            <pc:docMk/>
            <pc:sldMk cId="3794052198" sldId="478"/>
            <ac:spMk id="8" creationId="{A05AF890-54F3-4542-9EDF-5ABB6525CE11}"/>
          </ac:spMkLst>
        </pc:spChg>
        <pc:spChg chg="add del mod">
          <ac:chgData name="东 阚" userId="3599d4e495008c55" providerId="LiveId" clId="{C9E92F88-3B43-4EC3-ABA6-696BAD4619D5}" dt="2024-04-16T13:40:25.317" v="837"/>
          <ac:spMkLst>
            <pc:docMk/>
            <pc:sldMk cId="3794052198" sldId="478"/>
            <ac:spMk id="9" creationId="{97376811-506E-4172-9185-2531DA197349}"/>
          </ac:spMkLst>
        </pc:spChg>
        <pc:spChg chg="add del">
          <ac:chgData name="东 阚" userId="3599d4e495008c55" providerId="LiveId" clId="{C9E92F88-3B43-4EC3-ABA6-696BAD4619D5}" dt="2024-04-16T13:40:43.734" v="841" actId="22"/>
          <ac:spMkLst>
            <pc:docMk/>
            <pc:sldMk cId="3794052198" sldId="478"/>
            <ac:spMk id="11" creationId="{21F8C46B-53AA-4B7C-BA50-2F5906702DA8}"/>
          </ac:spMkLst>
        </pc:spChg>
        <pc:spChg chg="add del">
          <ac:chgData name="东 阚" userId="3599d4e495008c55" providerId="LiveId" clId="{C9E92F88-3B43-4EC3-ABA6-696BAD4619D5}" dt="2024-04-16T13:40:52.430" v="843" actId="22"/>
          <ac:spMkLst>
            <pc:docMk/>
            <pc:sldMk cId="3794052198" sldId="478"/>
            <ac:spMk id="13" creationId="{EBD04AF3-27A0-4E42-A5C4-A9E57EE50AEB}"/>
          </ac:spMkLst>
        </pc:spChg>
        <pc:spChg chg="add del">
          <ac:chgData name="东 阚" userId="3599d4e495008c55" providerId="LiveId" clId="{C9E92F88-3B43-4EC3-ABA6-696BAD4619D5}" dt="2024-04-16T13:40:53.164" v="845" actId="22"/>
          <ac:spMkLst>
            <pc:docMk/>
            <pc:sldMk cId="3794052198" sldId="478"/>
            <ac:spMk id="15" creationId="{F2BD1598-D817-4CA6-82F2-AA7A2C1030A8}"/>
          </ac:spMkLst>
        </pc:spChg>
        <pc:spChg chg="add mod">
          <ac:chgData name="东 阚" userId="3599d4e495008c55" providerId="LiveId" clId="{C9E92F88-3B43-4EC3-ABA6-696BAD4619D5}" dt="2024-04-16T14:03:44.303" v="1256" actId="1076"/>
          <ac:spMkLst>
            <pc:docMk/>
            <pc:sldMk cId="3794052198" sldId="478"/>
            <ac:spMk id="16" creationId="{A7F16686-295E-48CA-83EB-50719A04A856}"/>
          </ac:spMkLst>
        </pc:spChg>
        <pc:spChg chg="add mod">
          <ac:chgData name="东 阚" userId="3599d4e495008c55" providerId="LiveId" clId="{C9E92F88-3B43-4EC3-ABA6-696BAD4619D5}" dt="2024-04-16T14:03:44.303" v="1256" actId="1076"/>
          <ac:spMkLst>
            <pc:docMk/>
            <pc:sldMk cId="3794052198" sldId="478"/>
            <ac:spMk id="17" creationId="{76955954-4927-4369-9372-E883485D6288}"/>
          </ac:spMkLst>
        </pc:spChg>
        <pc:spChg chg="add mod">
          <ac:chgData name="东 阚" userId="3599d4e495008c55" providerId="LiveId" clId="{C9E92F88-3B43-4EC3-ABA6-696BAD4619D5}" dt="2024-04-16T14:03:44.303" v="1256" actId="1076"/>
          <ac:spMkLst>
            <pc:docMk/>
            <pc:sldMk cId="3794052198" sldId="478"/>
            <ac:spMk id="18" creationId="{AD3383A2-A960-4004-AB1C-5D88B17F7898}"/>
          </ac:spMkLst>
        </pc:spChg>
        <pc:spChg chg="add mod">
          <ac:chgData name="东 阚" userId="3599d4e495008c55" providerId="LiveId" clId="{C9E92F88-3B43-4EC3-ABA6-696BAD4619D5}" dt="2024-04-16T14:03:44.303" v="1256" actId="1076"/>
          <ac:spMkLst>
            <pc:docMk/>
            <pc:sldMk cId="3794052198" sldId="478"/>
            <ac:spMk id="19" creationId="{6C7BD434-BF62-403C-A977-A79F70E7E029}"/>
          </ac:spMkLst>
        </pc:spChg>
        <pc:spChg chg="add del mod">
          <ac:chgData name="东 阚" userId="3599d4e495008c55" providerId="LiveId" clId="{C9E92F88-3B43-4EC3-ABA6-696BAD4619D5}" dt="2024-04-16T13:49:21.472" v="891" actId="478"/>
          <ac:spMkLst>
            <pc:docMk/>
            <pc:sldMk cId="3794052198" sldId="478"/>
            <ac:spMk id="20" creationId="{2E2792FF-C46A-4C61-BBDA-B28159712B12}"/>
          </ac:spMkLst>
        </pc:spChg>
        <pc:spChg chg="add mod">
          <ac:chgData name="东 阚" userId="3599d4e495008c55" providerId="LiveId" clId="{C9E92F88-3B43-4EC3-ABA6-696BAD4619D5}" dt="2024-04-16T14:03:44.303" v="1256" actId="1076"/>
          <ac:spMkLst>
            <pc:docMk/>
            <pc:sldMk cId="3794052198" sldId="478"/>
            <ac:spMk id="21" creationId="{AF8BDA92-7167-48FE-B723-92C2D579E155}"/>
          </ac:spMkLst>
        </pc:spChg>
        <pc:spChg chg="add mod">
          <ac:chgData name="东 阚" userId="3599d4e495008c55" providerId="LiveId" clId="{C9E92F88-3B43-4EC3-ABA6-696BAD4619D5}" dt="2024-04-16T14:03:44.303" v="1256" actId="1076"/>
          <ac:spMkLst>
            <pc:docMk/>
            <pc:sldMk cId="3794052198" sldId="478"/>
            <ac:spMk id="22" creationId="{78F7519A-E0F6-404F-ABEB-1B891C5345B6}"/>
          </ac:spMkLst>
        </pc:spChg>
        <pc:spChg chg="add mod">
          <ac:chgData name="东 阚" userId="3599d4e495008c55" providerId="LiveId" clId="{C9E92F88-3B43-4EC3-ABA6-696BAD4619D5}" dt="2024-04-16T13:52:28.459" v="969" actId="571"/>
          <ac:spMkLst>
            <pc:docMk/>
            <pc:sldMk cId="3794052198" sldId="478"/>
            <ac:spMk id="23" creationId="{D71F6CDB-7FE5-4C92-8E82-18021145BBA0}"/>
          </ac:spMkLst>
        </pc:spChg>
        <pc:spChg chg="add mod">
          <ac:chgData name="东 阚" userId="3599d4e495008c55" providerId="LiveId" clId="{C9E92F88-3B43-4EC3-ABA6-696BAD4619D5}" dt="2024-04-16T13:52:28.459" v="969" actId="571"/>
          <ac:spMkLst>
            <pc:docMk/>
            <pc:sldMk cId="3794052198" sldId="478"/>
            <ac:spMk id="24" creationId="{D4DEEBB9-02FC-4C34-B309-A6786E147B9B}"/>
          </ac:spMkLst>
        </pc:spChg>
        <pc:spChg chg="add mod">
          <ac:chgData name="东 阚" userId="3599d4e495008c55" providerId="LiveId" clId="{C9E92F88-3B43-4EC3-ABA6-696BAD4619D5}" dt="2024-04-16T14:03:44.303" v="1256" actId="1076"/>
          <ac:spMkLst>
            <pc:docMk/>
            <pc:sldMk cId="3794052198" sldId="478"/>
            <ac:spMk id="25" creationId="{EE4711BC-CB0B-423F-B74C-5D823DDA729B}"/>
          </ac:spMkLst>
        </pc:spChg>
        <pc:spChg chg="add mod">
          <ac:chgData name="东 阚" userId="3599d4e495008c55" providerId="LiveId" clId="{C9E92F88-3B43-4EC3-ABA6-696BAD4619D5}" dt="2024-04-16T14:03:44.303" v="1256" actId="1076"/>
          <ac:spMkLst>
            <pc:docMk/>
            <pc:sldMk cId="3794052198" sldId="478"/>
            <ac:spMk id="26" creationId="{CC2D803B-FEDA-40A5-9FB7-1FC2AE6658E7}"/>
          </ac:spMkLst>
        </pc:spChg>
        <pc:spChg chg="add del mod">
          <ac:chgData name="东 阚" userId="3599d4e495008c55" providerId="LiveId" clId="{C9E92F88-3B43-4EC3-ABA6-696BAD4619D5}" dt="2024-04-16T13:57:43.630" v="1092" actId="478"/>
          <ac:spMkLst>
            <pc:docMk/>
            <pc:sldMk cId="3794052198" sldId="478"/>
            <ac:spMk id="27" creationId="{BCCD4D82-642C-4354-B919-0BB4E4150A2D}"/>
          </ac:spMkLst>
        </pc:spChg>
        <pc:spChg chg="add mod">
          <ac:chgData name="东 阚" userId="3599d4e495008c55" providerId="LiveId" clId="{C9E92F88-3B43-4EC3-ABA6-696BAD4619D5}" dt="2024-04-16T14:03:44.303" v="1256" actId="1076"/>
          <ac:spMkLst>
            <pc:docMk/>
            <pc:sldMk cId="3794052198" sldId="478"/>
            <ac:spMk id="28" creationId="{15460F4E-9B27-480A-8C0F-B904EAD2717F}"/>
          </ac:spMkLst>
        </pc:spChg>
        <pc:spChg chg="add mod">
          <ac:chgData name="东 阚" userId="3599d4e495008c55" providerId="LiveId" clId="{C9E92F88-3B43-4EC3-ABA6-696BAD4619D5}" dt="2024-04-16T14:03:44.303" v="1256" actId="1076"/>
          <ac:spMkLst>
            <pc:docMk/>
            <pc:sldMk cId="3794052198" sldId="478"/>
            <ac:spMk id="29" creationId="{473126FC-C1D1-4F28-8D21-349743A80458}"/>
          </ac:spMkLst>
        </pc:spChg>
        <pc:spChg chg="add del">
          <ac:chgData name="东 阚" userId="3599d4e495008c55" providerId="LiveId" clId="{C9E92F88-3B43-4EC3-ABA6-696BAD4619D5}" dt="2024-04-16T13:57:34.830" v="1089" actId="22"/>
          <ac:spMkLst>
            <pc:docMk/>
            <pc:sldMk cId="3794052198" sldId="478"/>
            <ac:spMk id="31" creationId="{79C76E7C-3C43-4EF9-B325-9FBBC06C3DB5}"/>
          </ac:spMkLst>
        </pc:spChg>
        <pc:spChg chg="add mod">
          <ac:chgData name="东 阚" userId="3599d4e495008c55" providerId="LiveId" clId="{C9E92F88-3B43-4EC3-ABA6-696BAD4619D5}" dt="2024-04-16T13:58:11.831" v="1096" actId="571"/>
          <ac:spMkLst>
            <pc:docMk/>
            <pc:sldMk cId="3794052198" sldId="478"/>
            <ac:spMk id="32" creationId="{05E34E80-3DAA-45FA-B037-6781B1983EAE}"/>
          </ac:spMkLst>
        </pc:spChg>
        <pc:spChg chg="add mod">
          <ac:chgData name="东 阚" userId="3599d4e495008c55" providerId="LiveId" clId="{C9E92F88-3B43-4EC3-ABA6-696BAD4619D5}" dt="2024-04-16T14:00:28.037" v="1106" actId="571"/>
          <ac:spMkLst>
            <pc:docMk/>
            <pc:sldMk cId="3794052198" sldId="478"/>
            <ac:spMk id="33" creationId="{00339C57-EC5B-42A8-BE9A-2442C875D7C2}"/>
          </ac:spMkLst>
        </pc:spChg>
        <pc:spChg chg="add mod">
          <ac:chgData name="东 阚" userId="3599d4e495008c55" providerId="LiveId" clId="{C9E92F88-3B43-4EC3-ABA6-696BAD4619D5}" dt="2024-04-16T14:03:50.056" v="1257" actId="1076"/>
          <ac:spMkLst>
            <pc:docMk/>
            <pc:sldMk cId="3794052198" sldId="478"/>
            <ac:spMk id="34" creationId="{FD45D1D4-086F-4405-A06F-C8B9DE6E9A1B}"/>
          </ac:spMkLst>
        </pc:spChg>
        <pc:picChg chg="del">
          <ac:chgData name="东 阚" userId="3599d4e495008c55" providerId="LiveId" clId="{C9E92F88-3B43-4EC3-ABA6-696BAD4619D5}" dt="2024-04-15T13:44:52.001" v="706" actId="478"/>
          <ac:picMkLst>
            <pc:docMk/>
            <pc:sldMk cId="3794052198" sldId="478"/>
            <ac:picMk id="5" creationId="{73797D01-4D5A-44D8-99CF-39EEB56D951E}"/>
          </ac:picMkLst>
        </pc:picChg>
      </pc:sldChg>
      <pc:sldChg chg="del">
        <pc:chgData name="东 阚" userId="3599d4e495008c55" providerId="LiveId" clId="{C9E92F88-3B43-4EC3-ABA6-696BAD4619D5}" dt="2024-04-16T14:06:13.588" v="1265"/>
        <pc:sldMkLst>
          <pc:docMk/>
          <pc:sldMk cId="1920849158" sldId="479"/>
        </pc:sldMkLst>
      </pc:sldChg>
      <pc:sldChg chg="modNotesTx">
        <pc:chgData name="东 阚" userId="3599d4e495008c55" providerId="LiveId" clId="{C9E92F88-3B43-4EC3-ABA6-696BAD4619D5}" dt="2024-04-18T09:57:58.225" v="1327" actId="20577"/>
        <pc:sldMkLst>
          <pc:docMk/>
          <pc:sldMk cId="3890174323" sldId="485"/>
        </pc:sldMkLst>
      </pc:sldChg>
      <pc:sldChg chg="modNotesTx">
        <pc:chgData name="东 阚" userId="3599d4e495008c55" providerId="LiveId" clId="{C9E92F88-3B43-4EC3-ABA6-696BAD4619D5}" dt="2024-04-18T09:58:21.734" v="1338" actId="20577"/>
        <pc:sldMkLst>
          <pc:docMk/>
          <pc:sldMk cId="464753166" sldId="488"/>
        </pc:sldMkLst>
      </pc:sldChg>
      <pc:sldChg chg="modNotesTx">
        <pc:chgData name="东 阚" userId="3599d4e495008c55" providerId="LiveId" clId="{C9E92F88-3B43-4EC3-ABA6-696BAD4619D5}" dt="2024-04-18T10:02:56.407" v="1373" actId="20577"/>
        <pc:sldMkLst>
          <pc:docMk/>
          <pc:sldMk cId="3742369807" sldId="491"/>
        </pc:sldMkLst>
      </pc:sldChg>
      <pc:sldChg chg="modAnim modNotesTx">
        <pc:chgData name="东 阚" userId="3599d4e495008c55" providerId="LiveId" clId="{C9E92F88-3B43-4EC3-ABA6-696BAD4619D5}" dt="2024-04-18T10:09:29.281" v="1635" actId="20577"/>
        <pc:sldMkLst>
          <pc:docMk/>
          <pc:sldMk cId="1452890766" sldId="492"/>
        </pc:sldMkLst>
      </pc:sldChg>
      <pc:sldChg chg="modSp modAnim modNotesTx">
        <pc:chgData name="东 阚" userId="3599d4e495008c55" providerId="LiveId" clId="{C9E92F88-3B43-4EC3-ABA6-696BAD4619D5}" dt="2024-04-18T10:12:35.015" v="1669"/>
        <pc:sldMkLst>
          <pc:docMk/>
          <pc:sldMk cId="872477431" sldId="493"/>
        </pc:sldMkLst>
        <pc:spChg chg="mod">
          <ac:chgData name="东 阚" userId="3599d4e495008c55" providerId="LiveId" clId="{C9E92F88-3B43-4EC3-ABA6-696BAD4619D5}" dt="2024-04-18T10:10:59.021" v="1656" actId="207"/>
          <ac:spMkLst>
            <pc:docMk/>
            <pc:sldMk cId="872477431" sldId="493"/>
            <ac:spMk id="19" creationId="{BBD9DD98-6E10-428C-A951-816FD1EDC5B2}"/>
          </ac:spMkLst>
        </pc:spChg>
      </pc:sldChg>
      <pc:sldChg chg="modAnim modNotesTx">
        <pc:chgData name="东 阚" userId="3599d4e495008c55" providerId="LiveId" clId="{C9E92F88-3B43-4EC3-ABA6-696BAD4619D5}" dt="2024-04-18T10:13:45.545" v="1681" actId="20577"/>
        <pc:sldMkLst>
          <pc:docMk/>
          <pc:sldMk cId="4172998337" sldId="494"/>
        </pc:sldMkLst>
      </pc:sldChg>
      <pc:sldChg chg="addSp delSp modSp mod modAnim modNotesTx">
        <pc:chgData name="东 阚" userId="3599d4e495008c55" providerId="LiveId" clId="{C9E92F88-3B43-4EC3-ABA6-696BAD4619D5}" dt="2024-04-18T10:19:05.585" v="1748" actId="20577"/>
        <pc:sldMkLst>
          <pc:docMk/>
          <pc:sldMk cId="1287421393" sldId="495"/>
        </pc:sldMkLst>
        <pc:spChg chg="add del mod">
          <ac:chgData name="东 阚" userId="3599d4e495008c55" providerId="LiveId" clId="{C9E92F88-3B43-4EC3-ABA6-696BAD4619D5}" dt="2024-04-18T10:18:00.896" v="1724" actId="478"/>
          <ac:spMkLst>
            <pc:docMk/>
            <pc:sldMk cId="1287421393" sldId="495"/>
            <ac:spMk id="29" creationId="{E2B5465F-7E57-4020-BBE3-93838CC51B8A}"/>
          </ac:spMkLst>
        </pc:spChg>
        <pc:spChg chg="mod">
          <ac:chgData name="东 阚" userId="3599d4e495008c55" providerId="LiveId" clId="{C9E92F88-3B43-4EC3-ABA6-696BAD4619D5}" dt="2024-04-18T10:16:59.178" v="1715" actId="14100"/>
          <ac:spMkLst>
            <pc:docMk/>
            <pc:sldMk cId="1287421393" sldId="495"/>
            <ac:spMk id="41" creationId="{34053A40-36B6-4F5F-BDC9-6FA270B541F6}"/>
          </ac:spMkLst>
        </pc:spChg>
        <pc:spChg chg="mod">
          <ac:chgData name="东 阚" userId="3599d4e495008c55" providerId="LiveId" clId="{C9E92F88-3B43-4EC3-ABA6-696BAD4619D5}" dt="2024-04-18T10:17:00.866" v="1717" actId="14100"/>
          <ac:spMkLst>
            <pc:docMk/>
            <pc:sldMk cId="1287421393" sldId="495"/>
            <ac:spMk id="42" creationId="{EE162651-4419-4874-B6EC-7D02C93C61C3}"/>
          </ac:spMkLst>
        </pc:spChg>
        <pc:picChg chg="add del mod">
          <ac:chgData name="东 阚" userId="3599d4e495008c55" providerId="LiveId" clId="{C9E92F88-3B43-4EC3-ABA6-696BAD4619D5}" dt="2024-04-18T10:16:58.774" v="1714"/>
          <ac:picMkLst>
            <pc:docMk/>
            <pc:sldMk cId="1287421393" sldId="495"/>
            <ac:picMk id="25" creationId="{ADC7E7CE-0454-4962-83D9-67B2D949E182}"/>
          </ac:picMkLst>
        </pc:picChg>
        <pc:picChg chg="mod">
          <ac:chgData name="东 阚" userId="3599d4e495008c55" providerId="LiveId" clId="{C9E92F88-3B43-4EC3-ABA6-696BAD4619D5}" dt="2024-04-18T10:17:42.892" v="1719" actId="1076"/>
          <ac:picMkLst>
            <pc:docMk/>
            <pc:sldMk cId="1287421393" sldId="495"/>
            <ac:picMk id="39" creationId="{53F30E9E-1980-4E61-82E8-DA7BB1F1CECD}"/>
          </ac:picMkLst>
        </pc:picChg>
        <pc:cxnChg chg="mod">
          <ac:chgData name="东 阚" userId="3599d4e495008c55" providerId="LiveId" clId="{C9E92F88-3B43-4EC3-ABA6-696BAD4619D5}" dt="2024-04-18T10:17:00.385" v="1716" actId="14100"/>
          <ac:cxnSpMkLst>
            <pc:docMk/>
            <pc:sldMk cId="1287421393" sldId="495"/>
            <ac:cxnSpMk id="43" creationId="{50E5471A-A53F-40DC-8973-DB1737F0445E}"/>
          </ac:cxnSpMkLst>
        </pc:cxnChg>
        <pc:cxnChg chg="mod">
          <ac:chgData name="东 阚" userId="3599d4e495008c55" providerId="LiveId" clId="{C9E92F88-3B43-4EC3-ABA6-696BAD4619D5}" dt="2024-04-18T10:16:56.534" v="1706" actId="14100"/>
          <ac:cxnSpMkLst>
            <pc:docMk/>
            <pc:sldMk cId="1287421393" sldId="495"/>
            <ac:cxnSpMk id="45" creationId="{BDE52920-2CE5-47B7-ADD8-564FCCC11E89}"/>
          </ac:cxnSpMkLst>
        </pc:cxnChg>
      </pc:sldChg>
      <pc:sldChg chg="modNotesTx">
        <pc:chgData name="东 阚" userId="3599d4e495008c55" providerId="LiveId" clId="{C9E92F88-3B43-4EC3-ABA6-696BAD4619D5}" dt="2024-04-18T10:19:24.602" v="1814" actId="20577"/>
        <pc:sldMkLst>
          <pc:docMk/>
          <pc:sldMk cId="4262132743" sldId="496"/>
        </pc:sldMkLst>
      </pc:sldChg>
      <pc:sldChg chg="addSp modSp mod modAnim modNotesTx">
        <pc:chgData name="东 阚" userId="3599d4e495008c55" providerId="LiveId" clId="{C9E92F88-3B43-4EC3-ABA6-696BAD4619D5}" dt="2024-04-18T10:23:51.411" v="1934"/>
        <pc:sldMkLst>
          <pc:docMk/>
          <pc:sldMk cId="283308987" sldId="497"/>
        </pc:sldMkLst>
        <pc:spChg chg="mod">
          <ac:chgData name="东 阚" userId="3599d4e495008c55" providerId="LiveId" clId="{C9E92F88-3B43-4EC3-ABA6-696BAD4619D5}" dt="2024-04-18T10:23:31.828" v="1929" actId="20577"/>
          <ac:spMkLst>
            <pc:docMk/>
            <pc:sldMk cId="283308987" sldId="497"/>
            <ac:spMk id="23" creationId="{22FA52F9-4E7B-43E5-981E-39634789EF0A}"/>
          </ac:spMkLst>
        </pc:spChg>
        <pc:spChg chg="add mod">
          <ac:chgData name="东 阚" userId="3599d4e495008c55" providerId="LiveId" clId="{C9E92F88-3B43-4EC3-ABA6-696BAD4619D5}" dt="2024-04-18T10:21:35.940" v="1866" actId="14100"/>
          <ac:spMkLst>
            <pc:docMk/>
            <pc:sldMk cId="283308987" sldId="497"/>
            <ac:spMk id="33" creationId="{46D4B39A-5C20-44A1-B352-AF2E4020AAE3}"/>
          </ac:spMkLst>
        </pc:spChg>
        <pc:spChg chg="add mod">
          <ac:chgData name="东 阚" userId="3599d4e495008c55" providerId="LiveId" clId="{C9E92F88-3B43-4EC3-ABA6-696BAD4619D5}" dt="2024-04-18T10:21:42.960" v="1868" actId="14100"/>
          <ac:spMkLst>
            <pc:docMk/>
            <pc:sldMk cId="283308987" sldId="497"/>
            <ac:spMk id="34" creationId="{59C6A328-C2F4-4AF8-8D50-2DB693FB2569}"/>
          </ac:spMkLst>
        </pc:spChg>
      </pc:sldChg>
      <pc:sldChg chg="modNotesTx">
        <pc:chgData name="东 阚" userId="3599d4e495008c55" providerId="LiveId" clId="{C9E92F88-3B43-4EC3-ABA6-696BAD4619D5}" dt="2024-04-18T10:25:12.445" v="1946" actId="20577"/>
        <pc:sldMkLst>
          <pc:docMk/>
          <pc:sldMk cId="3443530434" sldId="498"/>
        </pc:sldMkLst>
      </pc:sldChg>
      <pc:sldChg chg="modNotesTx">
        <pc:chgData name="东 阚" userId="3599d4e495008c55" providerId="LiveId" clId="{C9E92F88-3B43-4EC3-ABA6-696BAD4619D5}" dt="2024-04-18T10:28:43.913" v="2015" actId="5793"/>
        <pc:sldMkLst>
          <pc:docMk/>
          <pc:sldMk cId="3993158072" sldId="500"/>
        </pc:sldMkLst>
      </pc:sldChg>
      <pc:sldChg chg="modNotesTx">
        <pc:chgData name="东 阚" userId="3599d4e495008c55" providerId="LiveId" clId="{C9E92F88-3B43-4EC3-ABA6-696BAD4619D5}" dt="2024-04-18T10:24:17.896" v="1935"/>
        <pc:sldMkLst>
          <pc:docMk/>
          <pc:sldMk cId="3926449167" sldId="501"/>
        </pc:sldMkLst>
      </pc:sldChg>
      <pc:sldChg chg="modNotesTx">
        <pc:chgData name="东 阚" userId="3599d4e495008c55" providerId="LiveId" clId="{C9E92F88-3B43-4EC3-ABA6-696BAD4619D5}" dt="2024-04-18T10:24:31.719" v="1940" actId="20577"/>
        <pc:sldMkLst>
          <pc:docMk/>
          <pc:sldMk cId="4153874928" sldId="502"/>
        </pc:sldMkLst>
      </pc:sldChg>
      <pc:sldChg chg="modNotesTx">
        <pc:chgData name="东 阚" userId="3599d4e495008c55" providerId="LiveId" clId="{C9E92F88-3B43-4EC3-ABA6-696BAD4619D5}" dt="2024-04-18T10:24:38.574" v="1942" actId="20577"/>
        <pc:sldMkLst>
          <pc:docMk/>
          <pc:sldMk cId="2272156365" sldId="503"/>
        </pc:sldMkLst>
      </pc:sldChg>
      <pc:sldChg chg="modNotesTx">
        <pc:chgData name="东 阚" userId="3599d4e495008c55" providerId="LiveId" clId="{C9E92F88-3B43-4EC3-ABA6-696BAD4619D5}" dt="2024-04-18T10:29:34.816" v="2019" actId="20577"/>
        <pc:sldMkLst>
          <pc:docMk/>
          <pc:sldMk cId="1197454195" sldId="504"/>
        </pc:sldMkLst>
      </pc:sldChg>
      <pc:sldChg chg="modNotesTx">
        <pc:chgData name="东 阚" userId="3599d4e495008c55" providerId="LiveId" clId="{C9E92F88-3B43-4EC3-ABA6-696BAD4619D5}" dt="2024-04-18T10:30:19.307" v="2020"/>
        <pc:sldMkLst>
          <pc:docMk/>
          <pc:sldMk cId="1107347690" sldId="505"/>
        </pc:sldMkLst>
      </pc:sldChg>
      <pc:sldChg chg="modNotesTx">
        <pc:chgData name="东 阚" userId="3599d4e495008c55" providerId="LiveId" clId="{C9E92F88-3B43-4EC3-ABA6-696BAD4619D5}" dt="2024-04-18T10:31:31.526" v="2031" actId="5793"/>
        <pc:sldMkLst>
          <pc:docMk/>
          <pc:sldMk cId="3464189735" sldId="506"/>
        </pc:sldMkLst>
      </pc:sldChg>
      <pc:sldChg chg="modAnim modNotesTx">
        <pc:chgData name="东 阚" userId="3599d4e495008c55" providerId="LiveId" clId="{C9E92F88-3B43-4EC3-ABA6-696BAD4619D5}" dt="2024-04-18T10:32:30.924" v="2038" actId="20577"/>
        <pc:sldMkLst>
          <pc:docMk/>
          <pc:sldMk cId="1353543293" sldId="507"/>
        </pc:sldMkLst>
      </pc:sldChg>
      <pc:sldChg chg="addSp modSp mod modAnim modNotesTx">
        <pc:chgData name="东 阚" userId="3599d4e495008c55" providerId="LiveId" clId="{C9E92F88-3B43-4EC3-ABA6-696BAD4619D5}" dt="2024-04-18T10:35:09.655" v="2059"/>
        <pc:sldMkLst>
          <pc:docMk/>
          <pc:sldMk cId="1285423314" sldId="508"/>
        </pc:sldMkLst>
        <pc:spChg chg="add mod">
          <ac:chgData name="东 阚" userId="3599d4e495008c55" providerId="LiveId" clId="{C9E92F88-3B43-4EC3-ABA6-696BAD4619D5}" dt="2024-04-18T10:34:43.903" v="2052" actId="1076"/>
          <ac:spMkLst>
            <pc:docMk/>
            <pc:sldMk cId="1285423314" sldId="508"/>
            <ac:spMk id="8" creationId="{692D4E06-D91D-47BF-B00B-4B9657360FE6}"/>
          </ac:spMkLst>
        </pc:spChg>
        <pc:picChg chg="add mod">
          <ac:chgData name="东 阚" userId="3599d4e495008c55" providerId="LiveId" clId="{C9E92F88-3B43-4EC3-ABA6-696BAD4619D5}" dt="2024-04-18T10:34:43.903" v="2052" actId="1076"/>
          <ac:picMkLst>
            <pc:docMk/>
            <pc:sldMk cId="1285423314" sldId="508"/>
            <ac:picMk id="7" creationId="{E835DDA4-5235-4269-AC8F-8879BEFB9281}"/>
          </ac:picMkLst>
        </pc:picChg>
        <pc:picChg chg="add mod">
          <ac:chgData name="东 阚" userId="3599d4e495008c55" providerId="LiveId" clId="{C9E92F88-3B43-4EC3-ABA6-696BAD4619D5}" dt="2024-04-18T10:34:47.354" v="2054" actId="1076"/>
          <ac:picMkLst>
            <pc:docMk/>
            <pc:sldMk cId="1285423314" sldId="508"/>
            <ac:picMk id="10" creationId="{AE106D72-AEED-4950-AECE-428658954FBF}"/>
          </ac:picMkLst>
        </pc:picChg>
      </pc:sldChg>
      <pc:sldChg chg="modNotesTx">
        <pc:chgData name="东 阚" userId="3599d4e495008c55" providerId="LiveId" clId="{C9E92F88-3B43-4EC3-ABA6-696BAD4619D5}" dt="2024-04-18T10:35:44.327" v="2060"/>
        <pc:sldMkLst>
          <pc:docMk/>
          <pc:sldMk cId="1122767051" sldId="509"/>
        </pc:sldMkLst>
      </pc:sldChg>
    </pc:docChg>
  </pc:docChgLst>
  <pc:docChgLst>
    <pc:chgData name="阚东" userId="7039b3de-44eb-4b36-856a-06eff18bf7aa" providerId="ADAL" clId="{2A967772-2A56-4679-9D24-0194781F67DB}"/>
    <pc:docChg chg="undo custSel addSld delSld modSld sldOrd modSection">
      <pc:chgData name="阚东" userId="7039b3de-44eb-4b36-856a-06eff18bf7aa" providerId="ADAL" clId="{2A967772-2A56-4679-9D24-0194781F67DB}" dt="2024-09-19T08:55:21.627" v="5407" actId="113"/>
      <pc:docMkLst>
        <pc:docMk/>
      </pc:docMkLst>
      <pc:sldChg chg="modSp mod modNotesTx">
        <pc:chgData name="阚东" userId="7039b3de-44eb-4b36-856a-06eff18bf7aa" providerId="ADAL" clId="{2A967772-2A56-4679-9D24-0194781F67DB}" dt="2024-09-19T07:04:08.432" v="3753" actId="20577"/>
        <pc:sldMkLst>
          <pc:docMk/>
          <pc:sldMk cId="0" sldId="329"/>
        </pc:sldMkLst>
        <pc:spChg chg="mod">
          <ac:chgData name="阚东" userId="7039b3de-44eb-4b36-856a-06eff18bf7aa" providerId="ADAL" clId="{2A967772-2A56-4679-9D24-0194781F67DB}" dt="2024-08-26T07:10:50.762" v="236" actId="20577"/>
          <ac:spMkLst>
            <pc:docMk/>
            <pc:sldMk cId="0" sldId="329"/>
            <ac:spMk id="6" creationId="{00000000-0000-0000-0000-000000000000}"/>
          </ac:spMkLst>
        </pc:spChg>
        <pc:spChg chg="mod">
          <ac:chgData name="阚东" userId="7039b3de-44eb-4b36-856a-06eff18bf7aa" providerId="ADAL" clId="{2A967772-2A56-4679-9D24-0194781F67DB}" dt="2024-08-26T07:02:51.997" v="34" actId="20577"/>
          <ac:spMkLst>
            <pc:docMk/>
            <pc:sldMk cId="0" sldId="329"/>
            <ac:spMk id="9" creationId="{00000000-0000-0000-0000-000000000000}"/>
          </ac:spMkLst>
        </pc:spChg>
      </pc:sldChg>
      <pc:sldChg chg="ord">
        <pc:chgData name="阚东" userId="7039b3de-44eb-4b36-856a-06eff18bf7aa" providerId="ADAL" clId="{2A967772-2A56-4679-9D24-0194781F67DB}" dt="2024-09-18T07:49:11.612" v="1531"/>
        <pc:sldMkLst>
          <pc:docMk/>
          <pc:sldMk cId="0" sldId="376"/>
        </pc:sldMkLst>
      </pc:sldChg>
      <pc:sldChg chg="ord">
        <pc:chgData name="阚东" userId="7039b3de-44eb-4b36-856a-06eff18bf7aa" providerId="ADAL" clId="{2A967772-2A56-4679-9D24-0194781F67DB}" dt="2024-09-19T05:54:46.243" v="2906"/>
        <pc:sldMkLst>
          <pc:docMk/>
          <pc:sldMk cId="0" sldId="383"/>
        </pc:sldMkLst>
      </pc:sldChg>
      <pc:sldChg chg="del">
        <pc:chgData name="阚东" userId="7039b3de-44eb-4b36-856a-06eff18bf7aa" providerId="ADAL" clId="{2A967772-2A56-4679-9D24-0194781F67DB}" dt="2024-09-19T06:46:23.019" v="3702" actId="47"/>
        <pc:sldMkLst>
          <pc:docMk/>
          <pc:sldMk cId="0" sldId="384"/>
        </pc:sldMkLst>
      </pc:sldChg>
      <pc:sldChg chg="del">
        <pc:chgData name="阚东" userId="7039b3de-44eb-4b36-856a-06eff18bf7aa" providerId="ADAL" clId="{2A967772-2A56-4679-9D24-0194781F67DB}" dt="2024-09-19T06:46:01.080" v="3667" actId="47"/>
        <pc:sldMkLst>
          <pc:docMk/>
          <pc:sldMk cId="0" sldId="405"/>
        </pc:sldMkLst>
      </pc:sldChg>
      <pc:sldChg chg="del">
        <pc:chgData name="阚东" userId="7039b3de-44eb-4b36-856a-06eff18bf7aa" providerId="ADAL" clId="{2A967772-2A56-4679-9D24-0194781F67DB}" dt="2024-09-19T06:46:03.042" v="3672" actId="47"/>
        <pc:sldMkLst>
          <pc:docMk/>
          <pc:sldMk cId="0" sldId="418"/>
        </pc:sldMkLst>
      </pc:sldChg>
      <pc:sldChg chg="del">
        <pc:chgData name="阚东" userId="7039b3de-44eb-4b36-856a-06eff18bf7aa" providerId="ADAL" clId="{2A967772-2A56-4679-9D24-0194781F67DB}" dt="2024-09-19T06:46:10.696" v="3690" actId="47"/>
        <pc:sldMkLst>
          <pc:docMk/>
          <pc:sldMk cId="0" sldId="464"/>
        </pc:sldMkLst>
      </pc:sldChg>
      <pc:sldChg chg="del">
        <pc:chgData name="阚东" userId="7039b3de-44eb-4b36-856a-06eff18bf7aa" providerId="ADAL" clId="{2A967772-2A56-4679-9D24-0194781F67DB}" dt="2024-09-19T06:46:13.058" v="3694" actId="47"/>
        <pc:sldMkLst>
          <pc:docMk/>
          <pc:sldMk cId="0" sldId="471"/>
        </pc:sldMkLst>
      </pc:sldChg>
      <pc:sldChg chg="del">
        <pc:chgData name="阚东" userId="7039b3de-44eb-4b36-856a-06eff18bf7aa" providerId="ADAL" clId="{2A967772-2A56-4679-9D24-0194781F67DB}" dt="2024-09-19T06:45:50.600" v="3664" actId="47"/>
        <pc:sldMkLst>
          <pc:docMk/>
          <pc:sldMk cId="0" sldId="472"/>
        </pc:sldMkLst>
      </pc:sldChg>
      <pc:sldChg chg="add del">
        <pc:chgData name="阚东" userId="7039b3de-44eb-4b36-856a-06eff18bf7aa" providerId="ADAL" clId="{2A967772-2A56-4679-9D24-0194781F67DB}" dt="2024-09-19T06:45:53.223" v="3666" actId="47"/>
        <pc:sldMkLst>
          <pc:docMk/>
          <pc:sldMk cId="0" sldId="473"/>
        </pc:sldMkLst>
      </pc:sldChg>
      <pc:sldChg chg="del">
        <pc:chgData name="阚东" userId="7039b3de-44eb-4b36-856a-06eff18bf7aa" providerId="ADAL" clId="{2A967772-2A56-4679-9D24-0194781F67DB}" dt="2024-09-19T06:46:01.690" v="3668" actId="47"/>
        <pc:sldMkLst>
          <pc:docMk/>
          <pc:sldMk cId="4288220314" sldId="475"/>
        </pc:sldMkLst>
      </pc:sldChg>
      <pc:sldChg chg="del">
        <pc:chgData name="阚东" userId="7039b3de-44eb-4b36-856a-06eff18bf7aa" providerId="ADAL" clId="{2A967772-2A56-4679-9D24-0194781F67DB}" dt="2024-09-19T06:46:02.561" v="3670" actId="47"/>
        <pc:sldMkLst>
          <pc:docMk/>
          <pc:sldMk cId="2042330573" sldId="476"/>
        </pc:sldMkLst>
      </pc:sldChg>
      <pc:sldChg chg="del">
        <pc:chgData name="阚东" userId="7039b3de-44eb-4b36-856a-06eff18bf7aa" providerId="ADAL" clId="{2A967772-2A56-4679-9D24-0194781F67DB}" dt="2024-09-19T06:46:02.047" v="3669" actId="47"/>
        <pc:sldMkLst>
          <pc:docMk/>
          <pc:sldMk cId="3274686346" sldId="477"/>
        </pc:sldMkLst>
      </pc:sldChg>
      <pc:sldChg chg="del">
        <pc:chgData name="阚东" userId="7039b3de-44eb-4b36-856a-06eff18bf7aa" providerId="ADAL" clId="{2A967772-2A56-4679-9D24-0194781F67DB}" dt="2024-09-19T06:46:02.807" v="3671" actId="47"/>
        <pc:sldMkLst>
          <pc:docMk/>
          <pc:sldMk cId="3794052198" sldId="478"/>
        </pc:sldMkLst>
      </pc:sldChg>
      <pc:sldChg chg="del">
        <pc:chgData name="阚东" userId="7039b3de-44eb-4b36-856a-06eff18bf7aa" providerId="ADAL" clId="{2A967772-2A56-4679-9D24-0194781F67DB}" dt="2024-09-19T06:46:03.273" v="3673" actId="47"/>
        <pc:sldMkLst>
          <pc:docMk/>
          <pc:sldMk cId="4078742644" sldId="479"/>
        </pc:sldMkLst>
      </pc:sldChg>
      <pc:sldChg chg="del">
        <pc:chgData name="阚东" userId="7039b3de-44eb-4b36-856a-06eff18bf7aa" providerId="ADAL" clId="{2A967772-2A56-4679-9D24-0194781F67DB}" dt="2024-09-19T06:46:03.757" v="3675" actId="47"/>
        <pc:sldMkLst>
          <pc:docMk/>
          <pc:sldMk cId="1824316880" sldId="480"/>
        </pc:sldMkLst>
      </pc:sldChg>
      <pc:sldChg chg="del">
        <pc:chgData name="阚东" userId="7039b3de-44eb-4b36-856a-06eff18bf7aa" providerId="ADAL" clId="{2A967772-2A56-4679-9D24-0194781F67DB}" dt="2024-09-19T06:46:03.499" v="3674" actId="47"/>
        <pc:sldMkLst>
          <pc:docMk/>
          <pc:sldMk cId="4154796715" sldId="481"/>
        </pc:sldMkLst>
      </pc:sldChg>
      <pc:sldChg chg="del">
        <pc:chgData name="阚东" userId="7039b3de-44eb-4b36-856a-06eff18bf7aa" providerId="ADAL" clId="{2A967772-2A56-4679-9D24-0194781F67DB}" dt="2024-09-19T06:46:04.033" v="3676" actId="47"/>
        <pc:sldMkLst>
          <pc:docMk/>
          <pc:sldMk cId="2953441851" sldId="483"/>
        </pc:sldMkLst>
      </pc:sldChg>
      <pc:sldChg chg="del">
        <pc:chgData name="阚东" userId="7039b3de-44eb-4b36-856a-06eff18bf7aa" providerId="ADAL" clId="{2A967772-2A56-4679-9D24-0194781F67DB}" dt="2024-09-19T06:46:04.274" v="3677" actId="47"/>
        <pc:sldMkLst>
          <pc:docMk/>
          <pc:sldMk cId="3173527765" sldId="484"/>
        </pc:sldMkLst>
      </pc:sldChg>
      <pc:sldChg chg="del">
        <pc:chgData name="阚东" userId="7039b3de-44eb-4b36-856a-06eff18bf7aa" providerId="ADAL" clId="{2A967772-2A56-4679-9D24-0194781F67DB}" dt="2024-09-19T06:46:04.791" v="3679" actId="47"/>
        <pc:sldMkLst>
          <pc:docMk/>
          <pc:sldMk cId="3890174323" sldId="485"/>
        </pc:sldMkLst>
      </pc:sldChg>
      <pc:sldChg chg="del">
        <pc:chgData name="阚东" userId="7039b3de-44eb-4b36-856a-06eff18bf7aa" providerId="ADAL" clId="{2A967772-2A56-4679-9D24-0194781F67DB}" dt="2024-09-19T06:46:04.530" v="3678" actId="47"/>
        <pc:sldMkLst>
          <pc:docMk/>
          <pc:sldMk cId="263390955" sldId="486"/>
        </pc:sldMkLst>
      </pc:sldChg>
      <pc:sldChg chg="del">
        <pc:chgData name="阚东" userId="7039b3de-44eb-4b36-856a-06eff18bf7aa" providerId="ADAL" clId="{2A967772-2A56-4679-9D24-0194781F67DB}" dt="2024-09-19T06:46:04.996" v="3680" actId="47"/>
        <pc:sldMkLst>
          <pc:docMk/>
          <pc:sldMk cId="3793390162" sldId="487"/>
        </pc:sldMkLst>
      </pc:sldChg>
      <pc:sldChg chg="del">
        <pc:chgData name="阚东" userId="7039b3de-44eb-4b36-856a-06eff18bf7aa" providerId="ADAL" clId="{2A967772-2A56-4679-9D24-0194781F67DB}" dt="2024-09-19T06:46:06.198" v="3681" actId="47"/>
        <pc:sldMkLst>
          <pc:docMk/>
          <pc:sldMk cId="464753166" sldId="488"/>
        </pc:sldMkLst>
      </pc:sldChg>
      <pc:sldChg chg="del">
        <pc:chgData name="阚东" userId="7039b3de-44eb-4b36-856a-06eff18bf7aa" providerId="ADAL" clId="{2A967772-2A56-4679-9D24-0194781F67DB}" dt="2024-09-19T06:46:06.553" v="3682" actId="47"/>
        <pc:sldMkLst>
          <pc:docMk/>
          <pc:sldMk cId="3015721341" sldId="489"/>
        </pc:sldMkLst>
      </pc:sldChg>
      <pc:sldChg chg="del">
        <pc:chgData name="阚东" userId="7039b3de-44eb-4b36-856a-06eff18bf7aa" providerId="ADAL" clId="{2A967772-2A56-4679-9D24-0194781F67DB}" dt="2024-09-19T06:46:06.871" v="3683" actId="47"/>
        <pc:sldMkLst>
          <pc:docMk/>
          <pc:sldMk cId="3198424792" sldId="490"/>
        </pc:sldMkLst>
      </pc:sldChg>
      <pc:sldChg chg="del">
        <pc:chgData name="阚东" userId="7039b3de-44eb-4b36-856a-06eff18bf7aa" providerId="ADAL" clId="{2A967772-2A56-4679-9D24-0194781F67DB}" dt="2024-09-19T06:46:07.732" v="3684" actId="47"/>
        <pc:sldMkLst>
          <pc:docMk/>
          <pc:sldMk cId="3742369807" sldId="491"/>
        </pc:sldMkLst>
      </pc:sldChg>
      <pc:sldChg chg="del">
        <pc:chgData name="阚东" userId="7039b3de-44eb-4b36-856a-06eff18bf7aa" providerId="ADAL" clId="{2A967772-2A56-4679-9D24-0194781F67DB}" dt="2024-09-19T06:46:07.906" v="3685" actId="47"/>
        <pc:sldMkLst>
          <pc:docMk/>
          <pc:sldMk cId="1452890766" sldId="492"/>
        </pc:sldMkLst>
      </pc:sldChg>
      <pc:sldChg chg="del">
        <pc:chgData name="阚东" userId="7039b3de-44eb-4b36-856a-06eff18bf7aa" providerId="ADAL" clId="{2A967772-2A56-4679-9D24-0194781F67DB}" dt="2024-09-19T06:46:08.104" v="3686" actId="47"/>
        <pc:sldMkLst>
          <pc:docMk/>
          <pc:sldMk cId="872477431" sldId="493"/>
        </pc:sldMkLst>
      </pc:sldChg>
      <pc:sldChg chg="del">
        <pc:chgData name="阚东" userId="7039b3de-44eb-4b36-856a-06eff18bf7aa" providerId="ADAL" clId="{2A967772-2A56-4679-9D24-0194781F67DB}" dt="2024-09-19T06:46:09.007" v="3687" actId="47"/>
        <pc:sldMkLst>
          <pc:docMk/>
          <pc:sldMk cId="4172998337" sldId="494"/>
        </pc:sldMkLst>
      </pc:sldChg>
      <pc:sldChg chg="del">
        <pc:chgData name="阚东" userId="7039b3de-44eb-4b36-856a-06eff18bf7aa" providerId="ADAL" clId="{2A967772-2A56-4679-9D24-0194781F67DB}" dt="2024-09-19T06:46:09.234" v="3688" actId="47"/>
        <pc:sldMkLst>
          <pc:docMk/>
          <pc:sldMk cId="1287421393" sldId="495"/>
        </pc:sldMkLst>
      </pc:sldChg>
      <pc:sldChg chg="del">
        <pc:chgData name="阚东" userId="7039b3de-44eb-4b36-856a-06eff18bf7aa" providerId="ADAL" clId="{2A967772-2A56-4679-9D24-0194781F67DB}" dt="2024-09-19T06:46:09.431" v="3689" actId="47"/>
        <pc:sldMkLst>
          <pc:docMk/>
          <pc:sldMk cId="4262132743" sldId="496"/>
        </pc:sldMkLst>
      </pc:sldChg>
      <pc:sldChg chg="addSp delSp modSp del mod ord">
        <pc:chgData name="阚东" userId="7039b3de-44eb-4b36-856a-06eff18bf7aa" providerId="ADAL" clId="{2A967772-2A56-4679-9D24-0194781F67DB}" dt="2024-09-19T06:25:25.179" v="3531" actId="47"/>
        <pc:sldMkLst>
          <pc:docMk/>
          <pc:sldMk cId="283308987" sldId="497"/>
        </pc:sldMkLst>
        <pc:spChg chg="del">
          <ac:chgData name="阚东" userId="7039b3de-44eb-4b36-856a-06eff18bf7aa" providerId="ADAL" clId="{2A967772-2A56-4679-9D24-0194781F67DB}" dt="2024-09-19T06:08:43.103" v="3105" actId="478"/>
          <ac:spMkLst>
            <pc:docMk/>
            <pc:sldMk cId="283308987" sldId="497"/>
            <ac:spMk id="33" creationId="{46D4B39A-5C20-44A1-B352-AF2E4020AAE3}"/>
          </ac:spMkLst>
        </pc:spChg>
        <pc:spChg chg="del">
          <ac:chgData name="阚东" userId="7039b3de-44eb-4b36-856a-06eff18bf7aa" providerId="ADAL" clId="{2A967772-2A56-4679-9D24-0194781F67DB}" dt="2024-09-19T06:08:43.103" v="3105" actId="478"/>
          <ac:spMkLst>
            <pc:docMk/>
            <pc:sldMk cId="283308987" sldId="497"/>
            <ac:spMk id="34" creationId="{59C6A328-C2F4-4AF8-8D50-2DB693FB2569}"/>
          </ac:spMkLst>
        </pc:spChg>
        <pc:picChg chg="add del">
          <ac:chgData name="阚东" userId="7039b3de-44eb-4b36-856a-06eff18bf7aa" providerId="ADAL" clId="{2A967772-2A56-4679-9D24-0194781F67DB}" dt="2024-09-19T06:08:43.103" v="3105" actId="478"/>
          <ac:picMkLst>
            <pc:docMk/>
            <pc:sldMk cId="283308987" sldId="497"/>
            <ac:picMk id="5" creationId="{B5D2C69B-D195-4995-9D39-50D8AE918CB6}"/>
          </ac:picMkLst>
        </pc:picChg>
        <pc:picChg chg="add del">
          <ac:chgData name="阚东" userId="7039b3de-44eb-4b36-856a-06eff18bf7aa" providerId="ADAL" clId="{2A967772-2A56-4679-9D24-0194781F67DB}" dt="2024-09-19T06:08:38.733" v="3103" actId="22"/>
          <ac:picMkLst>
            <pc:docMk/>
            <pc:sldMk cId="283308987" sldId="497"/>
            <ac:picMk id="6" creationId="{081AEAF2-E8A0-4CAF-ABF0-34A380E36DBC}"/>
          </ac:picMkLst>
        </pc:picChg>
        <pc:picChg chg="add mod">
          <ac:chgData name="阚东" userId="7039b3de-44eb-4b36-856a-06eff18bf7aa" providerId="ADAL" clId="{2A967772-2A56-4679-9D24-0194781F67DB}" dt="2024-09-19T06:08:51.605" v="3109" actId="14100"/>
          <ac:picMkLst>
            <pc:docMk/>
            <pc:sldMk cId="283308987" sldId="497"/>
            <ac:picMk id="24" creationId="{B9BABCB6-9A86-40EE-9E44-E06304415A1C}"/>
          </ac:picMkLst>
        </pc:picChg>
      </pc:sldChg>
      <pc:sldChg chg="addSp delSp modSp mod ord modNotesTx">
        <pc:chgData name="阚东" userId="7039b3de-44eb-4b36-856a-06eff18bf7aa" providerId="ADAL" clId="{2A967772-2A56-4679-9D24-0194781F67DB}" dt="2024-09-19T08:38:26.912" v="5249" actId="20577"/>
        <pc:sldMkLst>
          <pc:docMk/>
          <pc:sldMk cId="3443530434" sldId="498"/>
        </pc:sldMkLst>
        <pc:spChg chg="mod">
          <ac:chgData name="阚东" userId="7039b3de-44eb-4b36-856a-06eff18bf7aa" providerId="ADAL" clId="{2A967772-2A56-4679-9D24-0194781F67DB}" dt="2024-09-19T06:41:00.411" v="3635"/>
          <ac:spMkLst>
            <pc:docMk/>
            <pc:sldMk cId="3443530434" sldId="498"/>
            <ac:spMk id="3" creationId="{00000000-0000-0000-0000-000000000000}"/>
          </ac:spMkLst>
        </pc:spChg>
        <pc:spChg chg="del">
          <ac:chgData name="阚东" userId="7039b3de-44eb-4b36-856a-06eff18bf7aa" providerId="ADAL" clId="{2A967772-2A56-4679-9D24-0194781F67DB}" dt="2024-09-19T06:27:13.104" v="3565" actId="478"/>
          <ac:spMkLst>
            <pc:docMk/>
            <pc:sldMk cId="3443530434" sldId="498"/>
            <ac:spMk id="7" creationId="{3D293503-1DDB-4569-8089-0E4A67A41731}"/>
          </ac:spMkLst>
        </pc:spChg>
        <pc:spChg chg="add mod">
          <ac:chgData name="阚东" userId="7039b3de-44eb-4b36-856a-06eff18bf7aa" providerId="ADAL" clId="{2A967772-2A56-4679-9D24-0194781F67DB}" dt="2024-09-19T06:34:33.851" v="3576" actId="14100"/>
          <ac:spMkLst>
            <pc:docMk/>
            <pc:sldMk cId="3443530434" sldId="498"/>
            <ac:spMk id="8" creationId="{B4F5FC13-A525-48C5-971E-06A5DB242002}"/>
          </ac:spMkLst>
        </pc:spChg>
        <pc:spChg chg="add mod">
          <ac:chgData name="阚东" userId="7039b3de-44eb-4b36-856a-06eff18bf7aa" providerId="ADAL" clId="{2A967772-2A56-4679-9D24-0194781F67DB}" dt="2024-09-19T06:35:09.862" v="3583" actId="1036"/>
          <ac:spMkLst>
            <pc:docMk/>
            <pc:sldMk cId="3443530434" sldId="498"/>
            <ac:spMk id="9" creationId="{7923CA17-F248-4F07-9016-A65E9B66C6E9}"/>
          </ac:spMkLst>
        </pc:spChg>
        <pc:spChg chg="add mod">
          <ac:chgData name="阚东" userId="7039b3de-44eb-4b36-856a-06eff18bf7aa" providerId="ADAL" clId="{2A967772-2A56-4679-9D24-0194781F67DB}" dt="2024-09-19T06:35:30.148" v="3592" actId="208"/>
          <ac:spMkLst>
            <pc:docMk/>
            <pc:sldMk cId="3443530434" sldId="498"/>
            <ac:spMk id="10" creationId="{57396F53-E8D3-43A2-8AFB-A7E623D112C4}"/>
          </ac:spMkLst>
        </pc:spChg>
        <pc:spChg chg="add mod">
          <ac:chgData name="阚东" userId="7039b3de-44eb-4b36-856a-06eff18bf7aa" providerId="ADAL" clId="{2A967772-2A56-4679-9D24-0194781F67DB}" dt="2024-09-19T06:35:41.852" v="3598" actId="1035"/>
          <ac:spMkLst>
            <pc:docMk/>
            <pc:sldMk cId="3443530434" sldId="498"/>
            <ac:spMk id="11" creationId="{C2717E3E-6CAE-4FF2-9D1F-D38AB3DC7473}"/>
          </ac:spMkLst>
        </pc:spChg>
        <pc:picChg chg="add mod">
          <ac:chgData name="阚东" userId="7039b3de-44eb-4b36-856a-06eff18bf7aa" providerId="ADAL" clId="{2A967772-2A56-4679-9D24-0194781F67DB}" dt="2024-09-19T06:27:45.002" v="3568" actId="1076"/>
          <ac:picMkLst>
            <pc:docMk/>
            <pc:sldMk cId="3443530434" sldId="498"/>
            <ac:picMk id="5" creationId="{A171A1D4-92AF-462D-B54B-B216928AD553}"/>
          </ac:picMkLst>
        </pc:picChg>
        <pc:picChg chg="del">
          <ac:chgData name="阚东" userId="7039b3de-44eb-4b36-856a-06eff18bf7aa" providerId="ADAL" clId="{2A967772-2A56-4679-9D24-0194781F67DB}" dt="2024-09-19T06:27:11.769" v="3564" actId="478"/>
          <ac:picMkLst>
            <pc:docMk/>
            <pc:sldMk cId="3443530434" sldId="498"/>
            <ac:picMk id="6" creationId="{44F51C04-1A7F-4AD0-B5AB-6F9C40E29A69}"/>
          </ac:picMkLst>
        </pc:picChg>
      </pc:sldChg>
      <pc:sldChg chg="del">
        <pc:chgData name="阚东" userId="7039b3de-44eb-4b36-856a-06eff18bf7aa" providerId="ADAL" clId="{2A967772-2A56-4679-9D24-0194781F67DB}" dt="2024-09-19T06:46:11.482" v="3692" actId="47"/>
        <pc:sldMkLst>
          <pc:docMk/>
          <pc:sldMk cId="1559124443" sldId="499"/>
        </pc:sldMkLst>
      </pc:sldChg>
      <pc:sldChg chg="del">
        <pc:chgData name="阚东" userId="7039b3de-44eb-4b36-856a-06eff18bf7aa" providerId="ADAL" clId="{2A967772-2A56-4679-9D24-0194781F67DB}" dt="2024-09-19T06:46:13.355" v="3695" actId="47"/>
        <pc:sldMkLst>
          <pc:docMk/>
          <pc:sldMk cId="3993158072" sldId="500"/>
        </pc:sldMkLst>
      </pc:sldChg>
      <pc:sldChg chg="del">
        <pc:chgData name="阚东" userId="7039b3de-44eb-4b36-856a-06eff18bf7aa" providerId="ADAL" clId="{2A967772-2A56-4679-9D24-0194781F67DB}" dt="2024-09-19T06:46:11.109" v="3691" actId="47"/>
        <pc:sldMkLst>
          <pc:docMk/>
          <pc:sldMk cId="3926449167" sldId="501"/>
        </pc:sldMkLst>
      </pc:sldChg>
      <pc:sldChg chg="del">
        <pc:chgData name="阚东" userId="7039b3de-44eb-4b36-856a-06eff18bf7aa" providerId="ADAL" clId="{2A967772-2A56-4679-9D24-0194781F67DB}" dt="2024-09-19T06:46:12.739" v="3693" actId="47"/>
        <pc:sldMkLst>
          <pc:docMk/>
          <pc:sldMk cId="4153874928" sldId="502"/>
        </pc:sldMkLst>
      </pc:sldChg>
      <pc:sldChg chg="del">
        <pc:chgData name="阚东" userId="7039b3de-44eb-4b36-856a-06eff18bf7aa" providerId="ADAL" clId="{2A967772-2A56-4679-9D24-0194781F67DB}" dt="2024-09-19T06:46:14.872" v="3698" actId="47"/>
        <pc:sldMkLst>
          <pc:docMk/>
          <pc:sldMk cId="2272156365" sldId="503"/>
        </pc:sldMkLst>
      </pc:sldChg>
      <pc:sldChg chg="del">
        <pc:chgData name="阚东" userId="7039b3de-44eb-4b36-856a-06eff18bf7aa" providerId="ADAL" clId="{2A967772-2A56-4679-9D24-0194781F67DB}" dt="2024-09-19T06:46:14.329" v="3696" actId="47"/>
        <pc:sldMkLst>
          <pc:docMk/>
          <pc:sldMk cId="1197454195" sldId="504"/>
        </pc:sldMkLst>
      </pc:sldChg>
      <pc:sldChg chg="del">
        <pc:chgData name="阚东" userId="7039b3de-44eb-4b36-856a-06eff18bf7aa" providerId="ADAL" clId="{2A967772-2A56-4679-9D24-0194781F67DB}" dt="2024-09-19T06:46:14.607" v="3697" actId="47"/>
        <pc:sldMkLst>
          <pc:docMk/>
          <pc:sldMk cId="1107347690" sldId="505"/>
        </pc:sldMkLst>
      </pc:sldChg>
      <pc:sldChg chg="del">
        <pc:chgData name="阚东" userId="7039b3de-44eb-4b36-856a-06eff18bf7aa" providerId="ADAL" clId="{2A967772-2A56-4679-9D24-0194781F67DB}" dt="2024-09-19T06:46:17.935" v="3699" actId="47"/>
        <pc:sldMkLst>
          <pc:docMk/>
          <pc:sldMk cId="3464189735" sldId="506"/>
        </pc:sldMkLst>
      </pc:sldChg>
      <pc:sldChg chg="del">
        <pc:chgData name="阚东" userId="7039b3de-44eb-4b36-856a-06eff18bf7aa" providerId="ADAL" clId="{2A967772-2A56-4679-9D24-0194781F67DB}" dt="2024-09-19T06:46:18.724" v="3700" actId="47"/>
        <pc:sldMkLst>
          <pc:docMk/>
          <pc:sldMk cId="1353543293" sldId="507"/>
        </pc:sldMkLst>
      </pc:sldChg>
      <pc:sldChg chg="del">
        <pc:chgData name="阚东" userId="7039b3de-44eb-4b36-856a-06eff18bf7aa" providerId="ADAL" clId="{2A967772-2A56-4679-9D24-0194781F67DB}" dt="2024-09-19T06:46:21.385" v="3701" actId="47"/>
        <pc:sldMkLst>
          <pc:docMk/>
          <pc:sldMk cId="1285423314" sldId="508"/>
        </pc:sldMkLst>
      </pc:sldChg>
      <pc:sldChg chg="del">
        <pc:chgData name="阚东" userId="7039b3de-44eb-4b36-856a-06eff18bf7aa" providerId="ADAL" clId="{2A967772-2A56-4679-9D24-0194781F67DB}" dt="2024-09-19T06:46:24.314" v="3703" actId="47"/>
        <pc:sldMkLst>
          <pc:docMk/>
          <pc:sldMk cId="1122767051" sldId="509"/>
        </pc:sldMkLst>
      </pc:sldChg>
      <pc:sldChg chg="addSp delSp modSp add del mod delAnim">
        <pc:chgData name="阚东" userId="7039b3de-44eb-4b36-856a-06eff18bf7aa" providerId="ADAL" clId="{2A967772-2A56-4679-9D24-0194781F67DB}" dt="2024-09-12T09:04:26.469" v="1231" actId="47"/>
        <pc:sldMkLst>
          <pc:docMk/>
          <pc:sldMk cId="2080871923" sldId="510"/>
        </pc:sldMkLst>
        <pc:spChg chg="mod">
          <ac:chgData name="阚东" userId="7039b3de-44eb-4b36-856a-06eff18bf7aa" providerId="ADAL" clId="{2A967772-2A56-4679-9D24-0194781F67DB}" dt="2024-09-12T07:49:37.539" v="362"/>
          <ac:spMkLst>
            <pc:docMk/>
            <pc:sldMk cId="2080871923" sldId="510"/>
            <ac:spMk id="3" creationId="{00000000-0000-0000-0000-000000000000}"/>
          </ac:spMkLst>
        </pc:spChg>
        <pc:spChg chg="del">
          <ac:chgData name="阚东" userId="7039b3de-44eb-4b36-856a-06eff18bf7aa" providerId="ADAL" clId="{2A967772-2A56-4679-9D24-0194781F67DB}" dt="2024-09-12T07:47:38.473" v="284" actId="478"/>
          <ac:spMkLst>
            <pc:docMk/>
            <pc:sldMk cId="2080871923" sldId="510"/>
            <ac:spMk id="4" creationId="{733F3CC3-E6EF-4C6D-A783-801766ECE36E}"/>
          </ac:spMkLst>
        </pc:spChg>
        <pc:spChg chg="del">
          <ac:chgData name="阚东" userId="7039b3de-44eb-4b36-856a-06eff18bf7aa" providerId="ADAL" clId="{2A967772-2A56-4679-9D24-0194781F67DB}" dt="2024-09-12T07:47:38.473" v="284" actId="478"/>
          <ac:spMkLst>
            <pc:docMk/>
            <pc:sldMk cId="2080871923" sldId="510"/>
            <ac:spMk id="5" creationId="{D6A68AC8-1C3E-4352-B8FE-178AB3C7847B}"/>
          </ac:spMkLst>
        </pc:spChg>
        <pc:spChg chg="del">
          <ac:chgData name="阚东" userId="7039b3de-44eb-4b36-856a-06eff18bf7aa" providerId="ADAL" clId="{2A967772-2A56-4679-9D24-0194781F67DB}" dt="2024-09-12T07:47:38.473" v="284" actId="478"/>
          <ac:spMkLst>
            <pc:docMk/>
            <pc:sldMk cId="2080871923" sldId="510"/>
            <ac:spMk id="8" creationId="{8C0C3850-C5D3-46A3-8178-0AD3E65A3E3D}"/>
          </ac:spMkLst>
        </pc:spChg>
        <pc:spChg chg="del">
          <ac:chgData name="阚东" userId="7039b3de-44eb-4b36-856a-06eff18bf7aa" providerId="ADAL" clId="{2A967772-2A56-4679-9D24-0194781F67DB}" dt="2024-09-12T07:47:38.473" v="284" actId="478"/>
          <ac:spMkLst>
            <pc:docMk/>
            <pc:sldMk cId="2080871923" sldId="510"/>
            <ac:spMk id="9" creationId="{2D0AE929-67A1-4FA6-AEEF-7B8CCF4B94F8}"/>
          </ac:spMkLst>
        </pc:spChg>
        <pc:spChg chg="add mod">
          <ac:chgData name="阚东" userId="7039b3de-44eb-4b36-856a-06eff18bf7aa" providerId="ADAL" clId="{2A967772-2A56-4679-9D24-0194781F67DB}" dt="2024-09-12T09:03:30.519" v="1005" actId="1038"/>
          <ac:spMkLst>
            <pc:docMk/>
            <pc:sldMk cId="2080871923" sldId="510"/>
            <ac:spMk id="10" creationId="{C4DD1D4B-47EC-4CA9-A0B9-3F16FDD963C3}"/>
          </ac:spMkLst>
        </pc:spChg>
        <pc:spChg chg="add mod">
          <ac:chgData name="阚东" userId="7039b3de-44eb-4b36-856a-06eff18bf7aa" providerId="ADAL" clId="{2A967772-2A56-4679-9D24-0194781F67DB}" dt="2024-09-12T09:03:30.519" v="1005" actId="1038"/>
          <ac:spMkLst>
            <pc:docMk/>
            <pc:sldMk cId="2080871923" sldId="510"/>
            <ac:spMk id="11" creationId="{887C3D58-552C-4CF0-B2F7-A14DD951EFF9}"/>
          </ac:spMkLst>
        </pc:spChg>
        <pc:spChg chg="add del mod">
          <ac:chgData name="阚东" userId="7039b3de-44eb-4b36-856a-06eff18bf7aa" providerId="ADAL" clId="{2A967772-2A56-4679-9D24-0194781F67DB}" dt="2024-09-12T07:48:52.295" v="308" actId="478"/>
          <ac:spMkLst>
            <pc:docMk/>
            <pc:sldMk cId="2080871923" sldId="510"/>
            <ac:spMk id="12" creationId="{5ED1BAD8-13B9-4430-906B-37A8197579EF}"/>
          </ac:spMkLst>
        </pc:spChg>
        <pc:spChg chg="add mod">
          <ac:chgData name="阚东" userId="7039b3de-44eb-4b36-856a-06eff18bf7aa" providerId="ADAL" clId="{2A967772-2A56-4679-9D24-0194781F67DB}" dt="2024-09-12T09:03:30.519" v="1005" actId="1038"/>
          <ac:spMkLst>
            <pc:docMk/>
            <pc:sldMk cId="2080871923" sldId="510"/>
            <ac:spMk id="13" creationId="{23954D6B-7BA5-4D21-BD8C-61771D0731CF}"/>
          </ac:spMkLst>
        </pc:spChg>
        <pc:spChg chg="add mod">
          <ac:chgData name="阚东" userId="7039b3de-44eb-4b36-856a-06eff18bf7aa" providerId="ADAL" clId="{2A967772-2A56-4679-9D24-0194781F67DB}" dt="2024-09-12T09:03:30.519" v="1005" actId="1038"/>
          <ac:spMkLst>
            <pc:docMk/>
            <pc:sldMk cId="2080871923" sldId="510"/>
            <ac:spMk id="14" creationId="{269D3D6B-7D26-4C3B-962B-1045C11030DF}"/>
          </ac:spMkLst>
        </pc:spChg>
        <pc:spChg chg="del">
          <ac:chgData name="阚东" userId="7039b3de-44eb-4b36-856a-06eff18bf7aa" providerId="ADAL" clId="{2A967772-2A56-4679-9D24-0194781F67DB}" dt="2024-09-12T07:51:24.530" v="385"/>
          <ac:spMkLst>
            <pc:docMk/>
            <pc:sldMk cId="2080871923" sldId="510"/>
            <ac:spMk id="20" creationId="{A8032DBB-CE3B-440A-BF2B-70E5721DA1C8}"/>
          </ac:spMkLst>
        </pc:spChg>
        <pc:spChg chg="del">
          <ac:chgData name="阚东" userId="7039b3de-44eb-4b36-856a-06eff18bf7aa" providerId="ADAL" clId="{2A967772-2A56-4679-9D24-0194781F67DB}" dt="2024-09-12T07:51:24.530" v="385"/>
          <ac:spMkLst>
            <pc:docMk/>
            <pc:sldMk cId="2080871923" sldId="510"/>
            <ac:spMk id="21" creationId="{F690E75E-4889-48EE-9557-E26834011F69}"/>
          </ac:spMkLst>
        </pc:spChg>
        <pc:spChg chg="del">
          <ac:chgData name="阚东" userId="7039b3de-44eb-4b36-856a-06eff18bf7aa" providerId="ADAL" clId="{2A967772-2A56-4679-9D24-0194781F67DB}" dt="2024-09-12T07:51:24.530" v="385"/>
          <ac:spMkLst>
            <pc:docMk/>
            <pc:sldMk cId="2080871923" sldId="510"/>
            <ac:spMk id="22" creationId="{C68A39AF-01D2-42DD-902A-C226F6BF8196}"/>
          </ac:spMkLst>
        </pc:spChg>
        <pc:spChg chg="del">
          <ac:chgData name="阚东" userId="7039b3de-44eb-4b36-856a-06eff18bf7aa" providerId="ADAL" clId="{2A967772-2A56-4679-9D24-0194781F67DB}" dt="2024-09-12T07:51:24.530" v="385"/>
          <ac:spMkLst>
            <pc:docMk/>
            <pc:sldMk cId="2080871923" sldId="510"/>
            <ac:spMk id="23" creationId="{174921A4-BA26-4C98-A9AA-31A8B2AC62FF}"/>
          </ac:spMkLst>
        </pc:spChg>
        <pc:picChg chg="del">
          <ac:chgData name="阚东" userId="7039b3de-44eb-4b36-856a-06eff18bf7aa" providerId="ADAL" clId="{2A967772-2A56-4679-9D24-0194781F67DB}" dt="2024-09-12T07:47:38.473" v="284" actId="478"/>
          <ac:picMkLst>
            <pc:docMk/>
            <pc:sldMk cId="2080871923" sldId="510"/>
            <ac:picMk id="7" creationId="{0F7ACF61-6590-423B-8A0C-88EA815233C9}"/>
          </ac:picMkLst>
        </pc:picChg>
        <pc:picChg chg="add del mod">
          <ac:chgData name="阚东" userId="7039b3de-44eb-4b36-856a-06eff18bf7aa" providerId="ADAL" clId="{2A967772-2A56-4679-9D24-0194781F67DB}" dt="2024-09-12T07:53:57.587" v="395"/>
          <ac:picMkLst>
            <pc:docMk/>
            <pc:sldMk cId="2080871923" sldId="510"/>
            <ac:picMk id="24" creationId="{127E28AD-82B4-4EA9-909C-9CCD8CF3AB05}"/>
          </ac:picMkLst>
        </pc:picChg>
        <pc:cxnChg chg="add mod">
          <ac:chgData name="阚东" userId="7039b3de-44eb-4b36-856a-06eff18bf7aa" providerId="ADAL" clId="{2A967772-2A56-4679-9D24-0194781F67DB}" dt="2024-09-12T09:03:30.519" v="1005" actId="1038"/>
          <ac:cxnSpMkLst>
            <pc:docMk/>
            <pc:sldMk cId="2080871923" sldId="510"/>
            <ac:cxnSpMk id="15" creationId="{D2CB1C4D-28C7-493B-BFCE-DA096E0482F2}"/>
          </ac:cxnSpMkLst>
        </pc:cxnChg>
      </pc:sldChg>
      <pc:sldChg chg="addSp delSp modSp add del mod">
        <pc:chgData name="阚东" userId="7039b3de-44eb-4b36-856a-06eff18bf7aa" providerId="ADAL" clId="{2A967772-2A56-4679-9D24-0194781F67DB}" dt="2024-09-12T07:54:23.101" v="404" actId="47"/>
        <pc:sldMkLst>
          <pc:docMk/>
          <pc:sldMk cId="8819127" sldId="511"/>
        </pc:sldMkLst>
        <pc:spChg chg="del">
          <ac:chgData name="阚东" userId="7039b3de-44eb-4b36-856a-06eff18bf7aa" providerId="ADAL" clId="{2A967772-2A56-4679-9D24-0194781F67DB}" dt="2024-09-12T07:51:28.565" v="387" actId="478"/>
          <ac:spMkLst>
            <pc:docMk/>
            <pc:sldMk cId="8819127" sldId="511"/>
            <ac:spMk id="10" creationId="{C4DD1D4B-47EC-4CA9-A0B9-3F16FDD963C3}"/>
          </ac:spMkLst>
        </pc:spChg>
        <pc:spChg chg="del">
          <ac:chgData name="阚东" userId="7039b3de-44eb-4b36-856a-06eff18bf7aa" providerId="ADAL" clId="{2A967772-2A56-4679-9D24-0194781F67DB}" dt="2024-09-12T07:51:28.565" v="387" actId="478"/>
          <ac:spMkLst>
            <pc:docMk/>
            <pc:sldMk cId="8819127" sldId="511"/>
            <ac:spMk id="11" creationId="{887C3D58-552C-4CF0-B2F7-A14DD951EFF9}"/>
          </ac:spMkLst>
        </pc:spChg>
        <pc:spChg chg="del">
          <ac:chgData name="阚东" userId="7039b3de-44eb-4b36-856a-06eff18bf7aa" providerId="ADAL" clId="{2A967772-2A56-4679-9D24-0194781F67DB}" dt="2024-09-12T07:51:28.565" v="387" actId="478"/>
          <ac:spMkLst>
            <pc:docMk/>
            <pc:sldMk cId="8819127" sldId="511"/>
            <ac:spMk id="13" creationId="{23954D6B-7BA5-4D21-BD8C-61771D0731CF}"/>
          </ac:spMkLst>
        </pc:spChg>
        <pc:spChg chg="del">
          <ac:chgData name="阚东" userId="7039b3de-44eb-4b36-856a-06eff18bf7aa" providerId="ADAL" clId="{2A967772-2A56-4679-9D24-0194781F67DB}" dt="2024-09-12T07:51:28.565" v="387" actId="478"/>
          <ac:spMkLst>
            <pc:docMk/>
            <pc:sldMk cId="8819127" sldId="511"/>
            <ac:spMk id="14" creationId="{269D3D6B-7D26-4C3B-962B-1045C11030DF}"/>
          </ac:spMkLst>
        </pc:spChg>
        <pc:picChg chg="add mod">
          <ac:chgData name="阚东" userId="7039b3de-44eb-4b36-856a-06eff18bf7aa" providerId="ADAL" clId="{2A967772-2A56-4679-9D24-0194781F67DB}" dt="2024-09-12T07:53:30.680" v="392" actId="1076"/>
          <ac:picMkLst>
            <pc:docMk/>
            <pc:sldMk cId="8819127" sldId="511"/>
            <ac:picMk id="9" creationId="{90047ED4-114A-444D-8C03-139C5893A304}"/>
          </ac:picMkLst>
        </pc:picChg>
        <pc:cxnChg chg="del">
          <ac:chgData name="阚东" userId="7039b3de-44eb-4b36-856a-06eff18bf7aa" providerId="ADAL" clId="{2A967772-2A56-4679-9D24-0194781F67DB}" dt="2024-09-12T07:51:28.565" v="387" actId="478"/>
          <ac:cxnSpMkLst>
            <pc:docMk/>
            <pc:sldMk cId="8819127" sldId="511"/>
            <ac:cxnSpMk id="15" creationId="{D2CB1C4D-28C7-493B-BFCE-DA096E0482F2}"/>
          </ac:cxnSpMkLst>
        </pc:cxnChg>
      </pc:sldChg>
      <pc:sldChg chg="addSp modSp add mod modTransition modNotesTx">
        <pc:chgData name="阚东" userId="7039b3de-44eb-4b36-856a-06eff18bf7aa" providerId="ADAL" clId="{2A967772-2A56-4679-9D24-0194781F67DB}" dt="2024-09-19T07:33:45.006" v="4153" actId="20577"/>
        <pc:sldMkLst>
          <pc:docMk/>
          <pc:sldMk cId="4101374165" sldId="512"/>
        </pc:sldMkLst>
        <pc:spChg chg="add mod">
          <ac:chgData name="阚东" userId="7039b3de-44eb-4b36-856a-06eff18bf7aa" providerId="ADAL" clId="{2A967772-2A56-4679-9D24-0194781F67DB}" dt="2024-09-12T08:01:57.263" v="555" actId="1038"/>
          <ac:spMkLst>
            <pc:docMk/>
            <pc:sldMk cId="4101374165" sldId="512"/>
            <ac:spMk id="12" creationId="{768942D0-1FDA-45F5-A5DD-CA85F70BEDC5}"/>
          </ac:spMkLst>
        </pc:spChg>
        <pc:spChg chg="add mod">
          <ac:chgData name="阚东" userId="7039b3de-44eb-4b36-856a-06eff18bf7aa" providerId="ADAL" clId="{2A967772-2A56-4679-9D24-0194781F67DB}" dt="2024-09-12T08:01:57.263" v="555" actId="1038"/>
          <ac:spMkLst>
            <pc:docMk/>
            <pc:sldMk cId="4101374165" sldId="512"/>
            <ac:spMk id="16" creationId="{5200F8A5-10FD-4FCA-8C2C-CA2E38D7C9F6}"/>
          </ac:spMkLst>
        </pc:spChg>
        <pc:picChg chg="add mod">
          <ac:chgData name="阚东" userId="7039b3de-44eb-4b36-856a-06eff18bf7aa" providerId="ADAL" clId="{2A967772-2A56-4679-9D24-0194781F67DB}" dt="2024-09-12T07:54:18.034" v="403" actId="1076"/>
          <ac:picMkLst>
            <pc:docMk/>
            <pc:sldMk cId="4101374165" sldId="512"/>
            <ac:picMk id="9" creationId="{AFCA28F6-70F9-4827-A0E5-33DE91117434}"/>
          </ac:picMkLst>
        </pc:picChg>
      </pc:sldChg>
      <pc:sldChg chg="addSp modSp add mod modTransition modNotesTx">
        <pc:chgData name="阚东" userId="7039b3de-44eb-4b36-856a-06eff18bf7aa" providerId="ADAL" clId="{2A967772-2A56-4679-9D24-0194781F67DB}" dt="2024-09-19T07:34:43.897" v="4208" actId="20577"/>
        <pc:sldMkLst>
          <pc:docMk/>
          <pc:sldMk cId="880987464" sldId="513"/>
        </pc:sldMkLst>
        <pc:spChg chg="add mod">
          <ac:chgData name="阚东" userId="7039b3de-44eb-4b36-856a-06eff18bf7aa" providerId="ADAL" clId="{2A967772-2A56-4679-9D24-0194781F67DB}" dt="2024-09-12T08:01:27.142" v="461" actId="1036"/>
          <ac:spMkLst>
            <pc:docMk/>
            <pc:sldMk cId="880987464" sldId="513"/>
            <ac:spMk id="12" creationId="{D75AA18E-BD9D-48E9-BC00-F7EB7EE48599}"/>
          </ac:spMkLst>
        </pc:spChg>
        <pc:spChg chg="add mod">
          <ac:chgData name="阚东" userId="7039b3de-44eb-4b36-856a-06eff18bf7aa" providerId="ADAL" clId="{2A967772-2A56-4679-9D24-0194781F67DB}" dt="2024-09-12T08:01:27.142" v="461" actId="1036"/>
          <ac:spMkLst>
            <pc:docMk/>
            <pc:sldMk cId="880987464" sldId="513"/>
            <ac:spMk id="16" creationId="{870877CE-7E4A-41A5-B12D-1A3438E92FA3}"/>
          </ac:spMkLst>
        </pc:spChg>
        <pc:picChg chg="mod">
          <ac:chgData name="阚东" userId="7039b3de-44eb-4b36-856a-06eff18bf7aa" providerId="ADAL" clId="{2A967772-2A56-4679-9D24-0194781F67DB}" dt="2024-09-12T07:58:29.141" v="420" actId="1076"/>
          <ac:picMkLst>
            <pc:docMk/>
            <pc:sldMk cId="880987464" sldId="513"/>
            <ac:picMk id="9" creationId="{AFCA28F6-70F9-4827-A0E5-33DE91117434}"/>
          </ac:picMkLst>
        </pc:picChg>
      </pc:sldChg>
      <pc:sldChg chg="addSp modSp add mod modNotesTx">
        <pc:chgData name="阚东" userId="7039b3de-44eb-4b36-856a-06eff18bf7aa" providerId="ADAL" clId="{2A967772-2A56-4679-9D24-0194781F67DB}" dt="2024-09-19T07:59:03.758" v="4349" actId="20577"/>
        <pc:sldMkLst>
          <pc:docMk/>
          <pc:sldMk cId="905900141" sldId="514"/>
        </pc:sldMkLst>
        <pc:spChg chg="mod">
          <ac:chgData name="阚东" userId="7039b3de-44eb-4b36-856a-06eff18bf7aa" providerId="ADAL" clId="{2A967772-2A56-4679-9D24-0194781F67DB}" dt="2024-09-12T08:11:45.185" v="704" actId="207"/>
          <ac:spMkLst>
            <pc:docMk/>
            <pc:sldMk cId="905900141" sldId="514"/>
            <ac:spMk id="3" creationId="{00000000-0000-0000-0000-000000000000}"/>
          </ac:spMkLst>
        </pc:spChg>
        <pc:spChg chg="add mod">
          <ac:chgData name="阚东" userId="7039b3de-44eb-4b36-856a-06eff18bf7aa" providerId="ADAL" clId="{2A967772-2A56-4679-9D24-0194781F67DB}" dt="2024-09-12T08:15:38.265" v="789" actId="164"/>
          <ac:spMkLst>
            <pc:docMk/>
            <pc:sldMk cId="905900141" sldId="514"/>
            <ac:spMk id="17" creationId="{A819DEBD-F454-4789-BFE4-14ABF58BB9D5}"/>
          </ac:spMkLst>
        </pc:spChg>
        <pc:spChg chg="add mod">
          <ac:chgData name="阚东" userId="7039b3de-44eb-4b36-856a-06eff18bf7aa" providerId="ADAL" clId="{2A967772-2A56-4679-9D24-0194781F67DB}" dt="2024-09-12T08:15:38.265" v="789" actId="164"/>
          <ac:spMkLst>
            <pc:docMk/>
            <pc:sldMk cId="905900141" sldId="514"/>
            <ac:spMk id="18" creationId="{EEE0F725-7000-44BE-B557-912555A95001}"/>
          </ac:spMkLst>
        </pc:spChg>
        <pc:spChg chg="add mod">
          <ac:chgData name="阚东" userId="7039b3de-44eb-4b36-856a-06eff18bf7aa" providerId="ADAL" clId="{2A967772-2A56-4679-9D24-0194781F67DB}" dt="2024-09-12T08:15:38.265" v="789" actId="164"/>
          <ac:spMkLst>
            <pc:docMk/>
            <pc:sldMk cId="905900141" sldId="514"/>
            <ac:spMk id="19" creationId="{B6384163-D0B2-4D59-8360-55E7110E3415}"/>
          </ac:spMkLst>
        </pc:spChg>
        <pc:spChg chg="add mod">
          <ac:chgData name="阚东" userId="7039b3de-44eb-4b36-856a-06eff18bf7aa" providerId="ADAL" clId="{2A967772-2A56-4679-9D24-0194781F67DB}" dt="2024-09-12T08:15:38.265" v="789" actId="164"/>
          <ac:spMkLst>
            <pc:docMk/>
            <pc:sldMk cId="905900141" sldId="514"/>
            <ac:spMk id="20" creationId="{4B7FF5E6-9CB4-4127-A3A4-45A1219EFF4D}"/>
          </ac:spMkLst>
        </pc:spChg>
        <pc:spChg chg="add mod">
          <ac:chgData name="阚东" userId="7039b3de-44eb-4b36-856a-06eff18bf7aa" providerId="ADAL" clId="{2A967772-2A56-4679-9D24-0194781F67DB}" dt="2024-09-12T08:08:18.188" v="606" actId="1038"/>
          <ac:spMkLst>
            <pc:docMk/>
            <pc:sldMk cId="905900141" sldId="514"/>
            <ac:spMk id="21" creationId="{ED55D99E-6D59-4F0B-96F3-A741932E56CE}"/>
          </ac:spMkLst>
        </pc:spChg>
        <pc:spChg chg="add mod">
          <ac:chgData name="阚东" userId="7039b3de-44eb-4b36-856a-06eff18bf7aa" providerId="ADAL" clId="{2A967772-2A56-4679-9D24-0194781F67DB}" dt="2024-09-12T08:10:37.334" v="644"/>
          <ac:spMkLst>
            <pc:docMk/>
            <pc:sldMk cId="905900141" sldId="514"/>
            <ac:spMk id="22" creationId="{B8B28AA9-5532-440F-A4A2-2F6C3A3E56C5}"/>
          </ac:spMkLst>
        </pc:spChg>
        <pc:grpChg chg="add mod">
          <ac:chgData name="阚东" userId="7039b3de-44eb-4b36-856a-06eff18bf7aa" providerId="ADAL" clId="{2A967772-2A56-4679-9D24-0194781F67DB}" dt="2024-09-12T08:15:38.265" v="789" actId="164"/>
          <ac:grpSpMkLst>
            <pc:docMk/>
            <pc:sldMk cId="905900141" sldId="514"/>
            <ac:grpSpMk id="8" creationId="{19BE0AB8-F0C1-487B-AE8D-781EC6EB693E}"/>
          </ac:grpSpMkLst>
        </pc:grpChg>
        <pc:picChg chg="add mod">
          <ac:chgData name="阚东" userId="7039b3de-44eb-4b36-856a-06eff18bf7aa" providerId="ADAL" clId="{2A967772-2A56-4679-9D24-0194781F67DB}" dt="2024-09-12T08:15:38.265" v="789" actId="164"/>
          <ac:picMkLst>
            <pc:docMk/>
            <pc:sldMk cId="905900141" sldId="514"/>
            <ac:picMk id="5" creationId="{B61650BC-F3C6-4AE6-8E0E-E0BE0D90E793}"/>
          </ac:picMkLst>
        </pc:picChg>
        <pc:picChg chg="add mod">
          <ac:chgData name="阚东" userId="7039b3de-44eb-4b36-856a-06eff18bf7aa" providerId="ADAL" clId="{2A967772-2A56-4679-9D24-0194781F67DB}" dt="2024-09-12T08:10:26.935" v="639" actId="1076"/>
          <ac:picMkLst>
            <pc:docMk/>
            <pc:sldMk cId="905900141" sldId="514"/>
            <ac:picMk id="7" creationId="{A1FE56BB-A9BE-41A5-B465-09710D102E2E}"/>
          </ac:picMkLst>
        </pc:picChg>
        <pc:picChg chg="mod">
          <ac:chgData name="阚东" userId="7039b3de-44eb-4b36-856a-06eff18bf7aa" providerId="ADAL" clId="{2A967772-2A56-4679-9D24-0194781F67DB}" dt="2024-09-12T08:08:11.824" v="577" actId="1076"/>
          <ac:picMkLst>
            <pc:docMk/>
            <pc:sldMk cId="905900141" sldId="514"/>
            <ac:picMk id="9" creationId="{AFCA28F6-70F9-4827-A0E5-33DE91117434}"/>
          </ac:picMkLst>
        </pc:picChg>
        <pc:picChg chg="add mod">
          <ac:chgData name="阚东" userId="7039b3de-44eb-4b36-856a-06eff18bf7aa" providerId="ADAL" clId="{2A967772-2A56-4679-9D24-0194781F67DB}" dt="2024-09-12T08:09:41.613" v="629" actId="571"/>
          <ac:picMkLst>
            <pc:docMk/>
            <pc:sldMk cId="905900141" sldId="514"/>
            <ac:picMk id="23" creationId="{24E49233-5678-4373-8602-846CB03F0F3E}"/>
          </ac:picMkLst>
        </pc:picChg>
        <pc:picChg chg="add mod">
          <ac:chgData name="阚东" userId="7039b3de-44eb-4b36-856a-06eff18bf7aa" providerId="ADAL" clId="{2A967772-2A56-4679-9D24-0194781F67DB}" dt="2024-09-12T08:09:41.613" v="629" actId="571"/>
          <ac:picMkLst>
            <pc:docMk/>
            <pc:sldMk cId="905900141" sldId="514"/>
            <ac:picMk id="24" creationId="{75052664-EF8B-403D-96AA-6D40A4516AF5}"/>
          </ac:picMkLst>
        </pc:picChg>
        <pc:picChg chg="add mod">
          <ac:chgData name="阚东" userId="7039b3de-44eb-4b36-856a-06eff18bf7aa" providerId="ADAL" clId="{2A967772-2A56-4679-9D24-0194781F67DB}" dt="2024-09-12T08:15:38.265" v="789" actId="164"/>
          <ac:picMkLst>
            <pc:docMk/>
            <pc:sldMk cId="905900141" sldId="514"/>
            <ac:picMk id="25" creationId="{67B06693-FD24-4683-9C38-8F67B69F7E15}"/>
          </ac:picMkLst>
        </pc:picChg>
      </pc:sldChg>
      <pc:sldChg chg="addSp delSp modSp add mod modNotesTx">
        <pc:chgData name="阚东" userId="7039b3de-44eb-4b36-856a-06eff18bf7aa" providerId="ADAL" clId="{2A967772-2A56-4679-9D24-0194781F67DB}" dt="2024-09-19T07:59:33.360" v="4351" actId="20577"/>
        <pc:sldMkLst>
          <pc:docMk/>
          <pc:sldMk cId="2060974095" sldId="515"/>
        </pc:sldMkLst>
        <pc:spChg chg="del">
          <ac:chgData name="阚东" userId="7039b3de-44eb-4b36-856a-06eff18bf7aa" providerId="ADAL" clId="{2A967772-2A56-4679-9D24-0194781F67DB}" dt="2024-09-12T08:11:59.785" v="706" actId="478"/>
          <ac:spMkLst>
            <pc:docMk/>
            <pc:sldMk cId="2060974095" sldId="515"/>
            <ac:spMk id="12" creationId="{D75AA18E-BD9D-48E9-BC00-F7EB7EE48599}"/>
          </ac:spMkLst>
        </pc:spChg>
        <pc:spChg chg="del mod">
          <ac:chgData name="阚东" userId="7039b3de-44eb-4b36-856a-06eff18bf7aa" providerId="ADAL" clId="{2A967772-2A56-4679-9D24-0194781F67DB}" dt="2024-09-12T08:12:03.213" v="709" actId="478"/>
          <ac:spMkLst>
            <pc:docMk/>
            <pc:sldMk cId="2060974095" sldId="515"/>
            <ac:spMk id="16" creationId="{870877CE-7E4A-41A5-B12D-1A3438E92FA3}"/>
          </ac:spMkLst>
        </pc:spChg>
        <pc:spChg chg="del">
          <ac:chgData name="阚东" userId="7039b3de-44eb-4b36-856a-06eff18bf7aa" providerId="ADAL" clId="{2A967772-2A56-4679-9D24-0194781F67DB}" dt="2024-09-12T08:12:06.547" v="712" actId="478"/>
          <ac:spMkLst>
            <pc:docMk/>
            <pc:sldMk cId="2060974095" sldId="515"/>
            <ac:spMk id="17" creationId="{A819DEBD-F454-4789-BFE4-14ABF58BB9D5}"/>
          </ac:spMkLst>
        </pc:spChg>
        <pc:spChg chg="del">
          <ac:chgData name="阚东" userId="7039b3de-44eb-4b36-856a-06eff18bf7aa" providerId="ADAL" clId="{2A967772-2A56-4679-9D24-0194781F67DB}" dt="2024-09-12T08:12:05.463" v="711" actId="478"/>
          <ac:spMkLst>
            <pc:docMk/>
            <pc:sldMk cId="2060974095" sldId="515"/>
            <ac:spMk id="18" creationId="{EEE0F725-7000-44BE-B557-912555A95001}"/>
          </ac:spMkLst>
        </pc:spChg>
        <pc:spChg chg="del">
          <ac:chgData name="阚东" userId="7039b3de-44eb-4b36-856a-06eff18bf7aa" providerId="ADAL" clId="{2A967772-2A56-4679-9D24-0194781F67DB}" dt="2024-09-12T08:12:04.555" v="710" actId="478"/>
          <ac:spMkLst>
            <pc:docMk/>
            <pc:sldMk cId="2060974095" sldId="515"/>
            <ac:spMk id="19" creationId="{B6384163-D0B2-4D59-8360-55E7110E3415}"/>
          </ac:spMkLst>
        </pc:spChg>
        <pc:spChg chg="del">
          <ac:chgData name="阚东" userId="7039b3de-44eb-4b36-856a-06eff18bf7aa" providerId="ADAL" clId="{2A967772-2A56-4679-9D24-0194781F67DB}" dt="2024-09-12T08:12:04.555" v="710" actId="478"/>
          <ac:spMkLst>
            <pc:docMk/>
            <pc:sldMk cId="2060974095" sldId="515"/>
            <ac:spMk id="20" creationId="{4B7FF5E6-9CB4-4127-A3A4-45A1219EFF4D}"/>
          </ac:spMkLst>
        </pc:spChg>
        <pc:spChg chg="mod">
          <ac:chgData name="阚东" userId="7039b3de-44eb-4b36-856a-06eff18bf7aa" providerId="ADAL" clId="{2A967772-2A56-4679-9D24-0194781F67DB}" dt="2024-09-12T08:14:29.404" v="780" actId="1076"/>
          <ac:spMkLst>
            <pc:docMk/>
            <pc:sldMk cId="2060974095" sldId="515"/>
            <ac:spMk id="21" creationId="{ED55D99E-6D59-4F0B-96F3-A741932E56CE}"/>
          </ac:spMkLst>
        </pc:spChg>
        <pc:spChg chg="mod">
          <ac:chgData name="阚东" userId="7039b3de-44eb-4b36-856a-06eff18bf7aa" providerId="ADAL" clId="{2A967772-2A56-4679-9D24-0194781F67DB}" dt="2024-09-12T08:14:29.404" v="780" actId="1076"/>
          <ac:spMkLst>
            <pc:docMk/>
            <pc:sldMk cId="2060974095" sldId="515"/>
            <ac:spMk id="22" creationId="{B8B28AA9-5532-440F-A4A2-2F6C3A3E56C5}"/>
          </ac:spMkLst>
        </pc:spChg>
        <pc:spChg chg="add mod">
          <ac:chgData name="阚东" userId="7039b3de-44eb-4b36-856a-06eff18bf7aa" providerId="ADAL" clId="{2A967772-2A56-4679-9D24-0194781F67DB}" dt="2024-09-12T08:15:10.521" v="788" actId="207"/>
          <ac:spMkLst>
            <pc:docMk/>
            <pc:sldMk cId="2060974095" sldId="515"/>
            <ac:spMk id="23" creationId="{A5B9B56A-4BB2-4C39-B161-311C24C0F006}"/>
          </ac:spMkLst>
        </pc:spChg>
        <pc:picChg chg="del">
          <ac:chgData name="阚东" userId="7039b3de-44eb-4b36-856a-06eff18bf7aa" providerId="ADAL" clId="{2A967772-2A56-4679-9D24-0194781F67DB}" dt="2024-09-12T08:12:04.555" v="710" actId="478"/>
          <ac:picMkLst>
            <pc:docMk/>
            <pc:sldMk cId="2060974095" sldId="515"/>
            <ac:picMk id="5" creationId="{B61650BC-F3C6-4AE6-8E0E-E0BE0D90E793}"/>
          </ac:picMkLst>
        </pc:picChg>
        <pc:picChg chg="mod">
          <ac:chgData name="阚东" userId="7039b3de-44eb-4b36-856a-06eff18bf7aa" providerId="ADAL" clId="{2A967772-2A56-4679-9D24-0194781F67DB}" dt="2024-09-12T08:14:29.404" v="780" actId="1076"/>
          <ac:picMkLst>
            <pc:docMk/>
            <pc:sldMk cId="2060974095" sldId="515"/>
            <ac:picMk id="7" creationId="{A1FE56BB-A9BE-41A5-B465-09710D102E2E}"/>
          </ac:picMkLst>
        </pc:picChg>
        <pc:picChg chg="del">
          <ac:chgData name="阚东" userId="7039b3de-44eb-4b36-856a-06eff18bf7aa" providerId="ADAL" clId="{2A967772-2A56-4679-9D24-0194781F67DB}" dt="2024-09-12T08:12:01.739" v="708" actId="478"/>
          <ac:picMkLst>
            <pc:docMk/>
            <pc:sldMk cId="2060974095" sldId="515"/>
            <ac:picMk id="9" creationId="{AFCA28F6-70F9-4827-A0E5-33DE91117434}"/>
          </ac:picMkLst>
        </pc:picChg>
        <pc:picChg chg="del">
          <ac:chgData name="阚东" userId="7039b3de-44eb-4b36-856a-06eff18bf7aa" providerId="ADAL" clId="{2A967772-2A56-4679-9D24-0194781F67DB}" dt="2024-09-12T08:12:04.555" v="710" actId="478"/>
          <ac:picMkLst>
            <pc:docMk/>
            <pc:sldMk cId="2060974095" sldId="515"/>
            <ac:picMk id="25" creationId="{67B06693-FD24-4683-9C38-8F67B69F7E15}"/>
          </ac:picMkLst>
        </pc:picChg>
      </pc:sldChg>
      <pc:sldChg chg="addSp delSp modSp add mod modNotesTx">
        <pc:chgData name="阚东" userId="7039b3de-44eb-4b36-856a-06eff18bf7aa" providerId="ADAL" clId="{2A967772-2A56-4679-9D24-0194781F67DB}" dt="2024-09-19T08:50:11.002" v="5402" actId="20577"/>
        <pc:sldMkLst>
          <pc:docMk/>
          <pc:sldMk cId="2171034592" sldId="516"/>
        </pc:sldMkLst>
        <pc:spChg chg="mod">
          <ac:chgData name="阚东" userId="7039b3de-44eb-4b36-856a-06eff18bf7aa" providerId="ADAL" clId="{2A967772-2A56-4679-9D24-0194781F67DB}" dt="2024-09-12T08:45:19.715" v="815" actId="20577"/>
          <ac:spMkLst>
            <pc:docMk/>
            <pc:sldMk cId="2171034592" sldId="516"/>
            <ac:spMk id="3" creationId="{00000000-0000-0000-0000-000000000000}"/>
          </ac:spMkLst>
        </pc:spChg>
        <pc:spChg chg="del">
          <ac:chgData name="阚东" userId="7039b3de-44eb-4b36-856a-06eff18bf7aa" providerId="ADAL" clId="{2A967772-2A56-4679-9D24-0194781F67DB}" dt="2024-09-18T07:13:09.103" v="1319" actId="478"/>
          <ac:spMkLst>
            <pc:docMk/>
            <pc:sldMk cId="2171034592" sldId="516"/>
            <ac:spMk id="8" creationId="{BB79C409-F481-4DDA-B12C-DA305E18835E}"/>
          </ac:spMkLst>
        </pc:spChg>
        <pc:spChg chg="del">
          <ac:chgData name="阚东" userId="7039b3de-44eb-4b36-856a-06eff18bf7aa" providerId="ADAL" clId="{2A967772-2A56-4679-9D24-0194781F67DB}" dt="2024-09-18T07:13:09.103" v="1319" actId="478"/>
          <ac:spMkLst>
            <pc:docMk/>
            <pc:sldMk cId="2171034592" sldId="516"/>
            <ac:spMk id="9" creationId="{39B57E7F-8463-4883-921E-17E93446A6E0}"/>
          </ac:spMkLst>
        </pc:spChg>
        <pc:spChg chg="del">
          <ac:chgData name="阚东" userId="7039b3de-44eb-4b36-856a-06eff18bf7aa" providerId="ADAL" clId="{2A967772-2A56-4679-9D24-0194781F67DB}" dt="2024-09-18T07:13:09.103" v="1319" actId="478"/>
          <ac:spMkLst>
            <pc:docMk/>
            <pc:sldMk cId="2171034592" sldId="516"/>
            <ac:spMk id="10" creationId="{6D3462BA-BAE2-4CA9-B441-B674BD6D4F9A}"/>
          </ac:spMkLst>
        </pc:spChg>
        <pc:spChg chg="del">
          <ac:chgData name="阚东" userId="7039b3de-44eb-4b36-856a-06eff18bf7aa" providerId="ADAL" clId="{2A967772-2A56-4679-9D24-0194781F67DB}" dt="2024-09-12T08:45:35.299" v="816" actId="478"/>
          <ac:spMkLst>
            <pc:docMk/>
            <pc:sldMk cId="2171034592" sldId="516"/>
            <ac:spMk id="10" creationId="{C4DD1D4B-47EC-4CA9-A0B9-3F16FDD963C3}"/>
          </ac:spMkLst>
        </pc:spChg>
        <pc:spChg chg="del">
          <ac:chgData name="阚东" userId="7039b3de-44eb-4b36-856a-06eff18bf7aa" providerId="ADAL" clId="{2A967772-2A56-4679-9D24-0194781F67DB}" dt="2024-09-18T07:13:09.103" v="1319" actId="478"/>
          <ac:spMkLst>
            <pc:docMk/>
            <pc:sldMk cId="2171034592" sldId="516"/>
            <ac:spMk id="11" creationId="{2831EC95-041C-4F92-A97E-2E3B90C73030}"/>
          </ac:spMkLst>
        </pc:spChg>
        <pc:spChg chg="del">
          <ac:chgData name="阚东" userId="7039b3de-44eb-4b36-856a-06eff18bf7aa" providerId="ADAL" clId="{2A967772-2A56-4679-9D24-0194781F67DB}" dt="2024-09-12T08:45:35.299" v="816" actId="478"/>
          <ac:spMkLst>
            <pc:docMk/>
            <pc:sldMk cId="2171034592" sldId="516"/>
            <ac:spMk id="11" creationId="{887C3D58-552C-4CF0-B2F7-A14DD951EFF9}"/>
          </ac:spMkLst>
        </pc:spChg>
        <pc:spChg chg="del">
          <ac:chgData name="阚东" userId="7039b3de-44eb-4b36-856a-06eff18bf7aa" providerId="ADAL" clId="{2A967772-2A56-4679-9D24-0194781F67DB}" dt="2024-09-12T08:45:35.299" v="816" actId="478"/>
          <ac:spMkLst>
            <pc:docMk/>
            <pc:sldMk cId="2171034592" sldId="516"/>
            <ac:spMk id="13" creationId="{23954D6B-7BA5-4D21-BD8C-61771D0731CF}"/>
          </ac:spMkLst>
        </pc:spChg>
        <pc:spChg chg="add mod">
          <ac:chgData name="阚东" userId="7039b3de-44eb-4b36-856a-06eff18bf7aa" providerId="ADAL" clId="{2A967772-2A56-4679-9D24-0194781F67DB}" dt="2024-09-19T08:01:53.512" v="4401" actId="1035"/>
          <ac:spMkLst>
            <pc:docMk/>
            <pc:sldMk cId="2171034592" sldId="516"/>
            <ac:spMk id="13" creationId="{CB2ABCDD-C939-4957-AF41-3D1307552253}"/>
          </ac:spMkLst>
        </pc:spChg>
        <pc:spChg chg="del">
          <ac:chgData name="阚东" userId="7039b3de-44eb-4b36-856a-06eff18bf7aa" providerId="ADAL" clId="{2A967772-2A56-4679-9D24-0194781F67DB}" dt="2024-09-12T08:45:35.299" v="816" actId="478"/>
          <ac:spMkLst>
            <pc:docMk/>
            <pc:sldMk cId="2171034592" sldId="516"/>
            <ac:spMk id="14" creationId="{269D3D6B-7D26-4C3B-962B-1045C11030DF}"/>
          </ac:spMkLst>
        </pc:spChg>
        <pc:spChg chg="add mod">
          <ac:chgData name="阚东" userId="7039b3de-44eb-4b36-856a-06eff18bf7aa" providerId="ADAL" clId="{2A967772-2A56-4679-9D24-0194781F67DB}" dt="2024-09-19T06:47:49.313" v="3705" actId="404"/>
          <ac:spMkLst>
            <pc:docMk/>
            <pc:sldMk cId="2171034592" sldId="516"/>
            <ac:spMk id="15" creationId="{6A28683F-A69B-4F80-8DFD-D84AF0C3A7F7}"/>
          </ac:spMkLst>
        </pc:spChg>
        <pc:spChg chg="add mod">
          <ac:chgData name="阚东" userId="7039b3de-44eb-4b36-856a-06eff18bf7aa" providerId="ADAL" clId="{2A967772-2A56-4679-9D24-0194781F67DB}" dt="2024-09-12T08:49:25.794" v="854" actId="1037"/>
          <ac:spMkLst>
            <pc:docMk/>
            <pc:sldMk cId="2171034592" sldId="516"/>
            <ac:spMk id="16" creationId="{1A7F0A51-4730-4D67-89E2-5A35E879A9DF}"/>
          </ac:spMkLst>
        </pc:spChg>
        <pc:spChg chg="add mod">
          <ac:chgData name="阚东" userId="7039b3de-44eb-4b36-856a-06eff18bf7aa" providerId="ADAL" clId="{2A967772-2A56-4679-9D24-0194781F67DB}" dt="2024-09-18T07:20:46.753" v="1449" actId="207"/>
          <ac:spMkLst>
            <pc:docMk/>
            <pc:sldMk cId="2171034592" sldId="516"/>
            <ac:spMk id="17" creationId="{7CA5CE36-8C5F-477B-A468-18A51279AE1E}"/>
          </ac:spMkLst>
        </pc:spChg>
        <pc:spChg chg="add del">
          <ac:chgData name="阚东" userId="7039b3de-44eb-4b36-856a-06eff18bf7aa" providerId="ADAL" clId="{2A967772-2A56-4679-9D24-0194781F67DB}" dt="2024-09-12T08:49:10.279" v="846" actId="478"/>
          <ac:spMkLst>
            <pc:docMk/>
            <pc:sldMk cId="2171034592" sldId="516"/>
            <ac:spMk id="18" creationId="{F2227668-2805-49E9-B626-01EAEE1E060A}"/>
          </ac:spMkLst>
        </pc:spChg>
        <pc:spChg chg="add mod">
          <ac:chgData name="阚东" userId="7039b3de-44eb-4b36-856a-06eff18bf7aa" providerId="ADAL" clId="{2A967772-2A56-4679-9D24-0194781F67DB}" dt="2024-09-12T08:49:25.794" v="854" actId="1037"/>
          <ac:spMkLst>
            <pc:docMk/>
            <pc:sldMk cId="2171034592" sldId="516"/>
            <ac:spMk id="19" creationId="{0D8A3B10-536D-4ABA-BE29-1F5458353614}"/>
          </ac:spMkLst>
        </pc:spChg>
        <pc:spChg chg="add mod">
          <ac:chgData name="阚东" userId="7039b3de-44eb-4b36-856a-06eff18bf7aa" providerId="ADAL" clId="{2A967772-2A56-4679-9D24-0194781F67DB}" dt="2024-09-18T07:20:43.759" v="1448" actId="207"/>
          <ac:spMkLst>
            <pc:docMk/>
            <pc:sldMk cId="2171034592" sldId="516"/>
            <ac:spMk id="20" creationId="{93AD422F-414E-4273-B964-CEB372AA2EAD}"/>
          </ac:spMkLst>
        </pc:spChg>
        <pc:spChg chg="del">
          <ac:chgData name="阚东" userId="7039b3de-44eb-4b36-856a-06eff18bf7aa" providerId="ADAL" clId="{2A967772-2A56-4679-9D24-0194781F67DB}" dt="2024-09-12T08:45:35.299" v="816" actId="478"/>
          <ac:spMkLst>
            <pc:docMk/>
            <pc:sldMk cId="2171034592" sldId="516"/>
            <ac:spMk id="21" creationId="{ED55D99E-6D59-4F0B-96F3-A741932E56CE}"/>
          </ac:spMkLst>
        </pc:spChg>
        <pc:spChg chg="del">
          <ac:chgData name="阚东" userId="7039b3de-44eb-4b36-856a-06eff18bf7aa" providerId="ADAL" clId="{2A967772-2A56-4679-9D24-0194781F67DB}" dt="2024-09-12T08:45:35.299" v="816" actId="478"/>
          <ac:spMkLst>
            <pc:docMk/>
            <pc:sldMk cId="2171034592" sldId="516"/>
            <ac:spMk id="22" creationId="{B8B28AA9-5532-440F-A4A2-2F6C3A3E56C5}"/>
          </ac:spMkLst>
        </pc:spChg>
        <pc:spChg chg="del">
          <ac:chgData name="阚东" userId="7039b3de-44eb-4b36-856a-06eff18bf7aa" providerId="ADAL" clId="{2A967772-2A56-4679-9D24-0194781F67DB}" dt="2024-09-12T08:45:35.299" v="816" actId="478"/>
          <ac:spMkLst>
            <pc:docMk/>
            <pc:sldMk cId="2171034592" sldId="516"/>
            <ac:spMk id="23" creationId="{A5B9B56A-4BB2-4C39-B161-311C24C0F006}"/>
          </ac:spMkLst>
        </pc:spChg>
        <pc:grpChg chg="add mod">
          <ac:chgData name="阚东" userId="7039b3de-44eb-4b36-856a-06eff18bf7aa" providerId="ADAL" clId="{2A967772-2A56-4679-9D24-0194781F67DB}" dt="2024-09-19T08:06:09.933" v="4648" actId="1038"/>
          <ac:grpSpMkLst>
            <pc:docMk/>
            <pc:sldMk cId="2171034592" sldId="516"/>
            <ac:grpSpMk id="10" creationId="{67B6B583-9233-41F4-8296-D06593FFC682}"/>
          </ac:grpSpMkLst>
        </pc:grpChg>
        <pc:picChg chg="add mod modCrop">
          <ac:chgData name="阚东" userId="7039b3de-44eb-4b36-856a-06eff18bf7aa" providerId="ADAL" clId="{2A967772-2A56-4679-9D24-0194781F67DB}" dt="2024-09-19T08:05:40.076" v="4451" actId="164"/>
          <ac:picMkLst>
            <pc:docMk/>
            <pc:sldMk cId="2171034592" sldId="516"/>
            <ac:picMk id="5" creationId="{D6489844-8D5A-42C5-9FE2-A68F52A8072B}"/>
          </ac:picMkLst>
        </pc:picChg>
        <pc:picChg chg="add del">
          <ac:chgData name="阚东" userId="7039b3de-44eb-4b36-856a-06eff18bf7aa" providerId="ADAL" clId="{2A967772-2A56-4679-9D24-0194781F67DB}" dt="2024-09-19T08:05:16.841" v="4442" actId="22"/>
          <ac:picMkLst>
            <pc:docMk/>
            <pc:sldMk cId="2171034592" sldId="516"/>
            <ac:picMk id="7" creationId="{6AF8D967-28F3-4128-8C7A-446056556A74}"/>
          </ac:picMkLst>
        </pc:picChg>
        <pc:picChg chg="del">
          <ac:chgData name="阚东" userId="7039b3de-44eb-4b36-856a-06eff18bf7aa" providerId="ADAL" clId="{2A967772-2A56-4679-9D24-0194781F67DB}" dt="2024-09-12T08:45:35.299" v="816" actId="478"/>
          <ac:picMkLst>
            <pc:docMk/>
            <pc:sldMk cId="2171034592" sldId="516"/>
            <ac:picMk id="7" creationId="{A1FE56BB-A9BE-41A5-B465-09710D102E2E}"/>
          </ac:picMkLst>
        </pc:picChg>
        <pc:picChg chg="add mod modCrop">
          <ac:chgData name="阚东" userId="7039b3de-44eb-4b36-856a-06eff18bf7aa" providerId="ADAL" clId="{2A967772-2A56-4679-9D24-0194781F67DB}" dt="2024-09-19T08:05:40.076" v="4451" actId="164"/>
          <ac:picMkLst>
            <pc:docMk/>
            <pc:sldMk cId="2171034592" sldId="516"/>
            <ac:picMk id="9" creationId="{83FCE97C-C1E9-42FC-AD58-F907EC68B16D}"/>
          </ac:picMkLst>
        </pc:picChg>
        <pc:cxnChg chg="del">
          <ac:chgData name="阚东" userId="7039b3de-44eb-4b36-856a-06eff18bf7aa" providerId="ADAL" clId="{2A967772-2A56-4679-9D24-0194781F67DB}" dt="2024-09-12T08:45:35.299" v="816" actId="478"/>
          <ac:cxnSpMkLst>
            <pc:docMk/>
            <pc:sldMk cId="2171034592" sldId="516"/>
            <ac:cxnSpMk id="15" creationId="{D2CB1C4D-28C7-493B-BFCE-DA096E0482F2}"/>
          </ac:cxnSpMkLst>
        </pc:cxnChg>
      </pc:sldChg>
      <pc:sldChg chg="addSp delSp modSp add mod modAnim modNotesTx">
        <pc:chgData name="阚东" userId="7039b3de-44eb-4b36-856a-06eff18bf7aa" providerId="ADAL" clId="{2A967772-2A56-4679-9D24-0194781F67DB}" dt="2024-09-19T07:26:39.331" v="3950"/>
        <pc:sldMkLst>
          <pc:docMk/>
          <pc:sldMk cId="1443088222" sldId="517"/>
        </pc:sldMkLst>
        <pc:spChg chg="add mod">
          <ac:chgData name="阚东" userId="7039b3de-44eb-4b36-856a-06eff18bf7aa" providerId="ADAL" clId="{2A967772-2A56-4679-9D24-0194781F67DB}" dt="2024-09-12T09:05:37.052" v="1247"/>
          <ac:spMkLst>
            <pc:docMk/>
            <pc:sldMk cId="1443088222" sldId="517"/>
            <ac:spMk id="9" creationId="{D2A0F057-D0B2-42D5-948A-E092029126FA}"/>
          </ac:spMkLst>
        </pc:spChg>
        <pc:spChg chg="del">
          <ac:chgData name="阚东" userId="7039b3de-44eb-4b36-856a-06eff18bf7aa" providerId="ADAL" clId="{2A967772-2A56-4679-9D24-0194781F67DB}" dt="2024-09-12T09:05:36.824" v="1246" actId="478"/>
          <ac:spMkLst>
            <pc:docMk/>
            <pc:sldMk cId="1443088222" sldId="517"/>
            <ac:spMk id="10" creationId="{C4DD1D4B-47EC-4CA9-A0B9-3F16FDD963C3}"/>
          </ac:spMkLst>
        </pc:spChg>
        <pc:spChg chg="del mod">
          <ac:chgData name="阚东" userId="7039b3de-44eb-4b36-856a-06eff18bf7aa" providerId="ADAL" clId="{2A967772-2A56-4679-9D24-0194781F67DB}" dt="2024-09-12T09:05:36.824" v="1246" actId="478"/>
          <ac:spMkLst>
            <pc:docMk/>
            <pc:sldMk cId="1443088222" sldId="517"/>
            <ac:spMk id="11" creationId="{887C3D58-552C-4CF0-B2F7-A14DD951EFF9}"/>
          </ac:spMkLst>
        </pc:spChg>
        <pc:spChg chg="add mod">
          <ac:chgData name="阚东" userId="7039b3de-44eb-4b36-856a-06eff18bf7aa" providerId="ADAL" clId="{2A967772-2A56-4679-9D24-0194781F67DB}" dt="2024-09-12T09:05:37.052" v="1247"/>
          <ac:spMkLst>
            <pc:docMk/>
            <pc:sldMk cId="1443088222" sldId="517"/>
            <ac:spMk id="12" creationId="{F18A9AA1-F2D6-46D2-AE4C-8BFC62962858}"/>
          </ac:spMkLst>
        </pc:spChg>
        <pc:spChg chg="del">
          <ac:chgData name="阚东" userId="7039b3de-44eb-4b36-856a-06eff18bf7aa" providerId="ADAL" clId="{2A967772-2A56-4679-9D24-0194781F67DB}" dt="2024-09-12T09:05:36.824" v="1246" actId="478"/>
          <ac:spMkLst>
            <pc:docMk/>
            <pc:sldMk cId="1443088222" sldId="517"/>
            <ac:spMk id="13" creationId="{23954D6B-7BA5-4D21-BD8C-61771D0731CF}"/>
          </ac:spMkLst>
        </pc:spChg>
        <pc:spChg chg="add mod">
          <ac:chgData name="阚东" userId="7039b3de-44eb-4b36-856a-06eff18bf7aa" providerId="ADAL" clId="{2A967772-2A56-4679-9D24-0194781F67DB}" dt="2024-09-19T07:26:28.082" v="3949" actId="1076"/>
          <ac:spMkLst>
            <pc:docMk/>
            <pc:sldMk cId="1443088222" sldId="517"/>
            <ac:spMk id="13" creationId="{798B08DF-C068-48C0-AEDD-6D3ACEBCFA56}"/>
          </ac:spMkLst>
        </pc:spChg>
        <pc:spChg chg="del mod">
          <ac:chgData name="阚东" userId="7039b3de-44eb-4b36-856a-06eff18bf7aa" providerId="ADAL" clId="{2A967772-2A56-4679-9D24-0194781F67DB}" dt="2024-09-12T09:05:36.824" v="1246" actId="478"/>
          <ac:spMkLst>
            <pc:docMk/>
            <pc:sldMk cId="1443088222" sldId="517"/>
            <ac:spMk id="14" creationId="{269D3D6B-7D26-4C3B-962B-1045C11030DF}"/>
          </ac:spMkLst>
        </pc:spChg>
        <pc:spChg chg="add mod">
          <ac:chgData name="阚东" userId="7039b3de-44eb-4b36-856a-06eff18bf7aa" providerId="ADAL" clId="{2A967772-2A56-4679-9D24-0194781F67DB}" dt="2024-09-12T09:05:58.828" v="1254" actId="1076"/>
          <ac:spMkLst>
            <pc:docMk/>
            <pc:sldMk cId="1443088222" sldId="517"/>
            <ac:spMk id="16" creationId="{3C2420F0-860B-4813-A969-C48F143C9165}"/>
          </ac:spMkLst>
        </pc:spChg>
        <pc:spChg chg="add mod">
          <ac:chgData name="阚东" userId="7039b3de-44eb-4b36-856a-06eff18bf7aa" providerId="ADAL" clId="{2A967772-2A56-4679-9D24-0194781F67DB}" dt="2024-09-12T09:23:18.034" v="1301" actId="1076"/>
          <ac:spMkLst>
            <pc:docMk/>
            <pc:sldMk cId="1443088222" sldId="517"/>
            <ac:spMk id="17" creationId="{9F4712B4-7BEC-4DFE-9F17-FD45D9E2030B}"/>
          </ac:spMkLst>
        </pc:spChg>
        <pc:spChg chg="add mod">
          <ac:chgData name="阚东" userId="7039b3de-44eb-4b36-856a-06eff18bf7aa" providerId="ADAL" clId="{2A967772-2A56-4679-9D24-0194781F67DB}" dt="2024-09-12T09:05:52.560" v="1250" actId="571"/>
          <ac:spMkLst>
            <pc:docMk/>
            <pc:sldMk cId="1443088222" sldId="517"/>
            <ac:spMk id="19" creationId="{74326913-620F-4597-B8FA-DCB68E038153}"/>
          </ac:spMkLst>
        </pc:spChg>
        <pc:spChg chg="add mod">
          <ac:chgData name="阚东" userId="7039b3de-44eb-4b36-856a-06eff18bf7aa" providerId="ADAL" clId="{2A967772-2A56-4679-9D24-0194781F67DB}" dt="2024-09-12T09:05:58.484" v="1253" actId="571"/>
          <ac:spMkLst>
            <pc:docMk/>
            <pc:sldMk cId="1443088222" sldId="517"/>
            <ac:spMk id="20" creationId="{43E2ED9A-8CF5-4A46-9081-2277E62EA4D8}"/>
          </ac:spMkLst>
        </pc:spChg>
        <pc:spChg chg="add mod">
          <ac:chgData name="阚东" userId="7039b3de-44eb-4b36-856a-06eff18bf7aa" providerId="ADAL" clId="{2A967772-2A56-4679-9D24-0194781F67DB}" dt="2024-09-12T09:06:07.239" v="1257" actId="14100"/>
          <ac:spMkLst>
            <pc:docMk/>
            <pc:sldMk cId="1443088222" sldId="517"/>
            <ac:spMk id="21" creationId="{F81D00A5-2922-4A89-93E1-10105FD8ED0F}"/>
          </ac:spMkLst>
        </pc:spChg>
        <pc:spChg chg="add mod">
          <ac:chgData name="阚东" userId="7039b3de-44eb-4b36-856a-06eff18bf7aa" providerId="ADAL" clId="{2A967772-2A56-4679-9D24-0194781F67DB}" dt="2024-09-12T09:28:47.462" v="1310" actId="207"/>
          <ac:spMkLst>
            <pc:docMk/>
            <pc:sldMk cId="1443088222" sldId="517"/>
            <ac:spMk id="22" creationId="{7674408D-8E52-49D9-8D24-C4A1F4CC3E61}"/>
          </ac:spMkLst>
        </pc:spChg>
        <pc:spChg chg="add mod">
          <ac:chgData name="阚东" userId="7039b3de-44eb-4b36-856a-06eff18bf7aa" providerId="ADAL" clId="{2A967772-2A56-4679-9D24-0194781F67DB}" dt="2024-09-12T09:23:13.841" v="1299" actId="571"/>
          <ac:spMkLst>
            <pc:docMk/>
            <pc:sldMk cId="1443088222" sldId="517"/>
            <ac:spMk id="23" creationId="{1B5C3C25-3400-4937-B704-0827C7DB50CB}"/>
          </ac:spMkLst>
        </pc:spChg>
        <pc:spChg chg="add mod">
          <ac:chgData name="阚东" userId="7039b3de-44eb-4b36-856a-06eff18bf7aa" providerId="ADAL" clId="{2A967772-2A56-4679-9D24-0194781F67DB}" dt="2024-09-12T09:23:13.841" v="1299" actId="571"/>
          <ac:spMkLst>
            <pc:docMk/>
            <pc:sldMk cId="1443088222" sldId="517"/>
            <ac:spMk id="24" creationId="{ED18531E-26D1-4273-A0F1-DC0820895AB2}"/>
          </ac:spMkLst>
        </pc:spChg>
        <pc:spChg chg="add mod">
          <ac:chgData name="阚东" userId="7039b3de-44eb-4b36-856a-06eff18bf7aa" providerId="ADAL" clId="{2A967772-2A56-4679-9D24-0194781F67DB}" dt="2024-09-12T09:23:24.413" v="1304" actId="14100"/>
          <ac:spMkLst>
            <pc:docMk/>
            <pc:sldMk cId="1443088222" sldId="517"/>
            <ac:spMk id="25" creationId="{7393BBCD-9641-47CA-903F-9D99FCFE6140}"/>
          </ac:spMkLst>
        </pc:spChg>
        <pc:spChg chg="add mod">
          <ac:chgData name="阚东" userId="7039b3de-44eb-4b36-856a-06eff18bf7aa" providerId="ADAL" clId="{2A967772-2A56-4679-9D24-0194781F67DB}" dt="2024-09-12T09:28:42.502" v="1309" actId="207"/>
          <ac:spMkLst>
            <pc:docMk/>
            <pc:sldMk cId="1443088222" sldId="517"/>
            <ac:spMk id="26" creationId="{41AD5156-7A29-4207-8E42-B9EB29EDD2C2}"/>
          </ac:spMkLst>
        </pc:spChg>
        <pc:cxnChg chg="del">
          <ac:chgData name="阚东" userId="7039b3de-44eb-4b36-856a-06eff18bf7aa" providerId="ADAL" clId="{2A967772-2A56-4679-9D24-0194781F67DB}" dt="2024-09-12T09:03:34.500" v="1006" actId="478"/>
          <ac:cxnSpMkLst>
            <pc:docMk/>
            <pc:sldMk cId="1443088222" sldId="517"/>
            <ac:cxnSpMk id="15" creationId="{D2CB1C4D-28C7-493B-BFCE-DA096E0482F2}"/>
          </ac:cxnSpMkLst>
        </pc:cxnChg>
        <pc:cxnChg chg="add del mod">
          <ac:chgData name="阚东" userId="7039b3de-44eb-4b36-856a-06eff18bf7aa" providerId="ADAL" clId="{2A967772-2A56-4679-9D24-0194781F67DB}" dt="2024-09-12T09:05:44.500" v="1248" actId="478"/>
          <ac:cxnSpMkLst>
            <pc:docMk/>
            <pc:sldMk cId="1443088222" sldId="517"/>
            <ac:cxnSpMk id="18" creationId="{1A9D867F-B75B-4458-988E-69323912286E}"/>
          </ac:cxnSpMkLst>
        </pc:cxnChg>
      </pc:sldChg>
      <pc:sldChg chg="addSp delSp modSp add mod modNotesTx">
        <pc:chgData name="阚东" userId="7039b3de-44eb-4b36-856a-06eff18bf7aa" providerId="ADAL" clId="{2A967772-2A56-4679-9D24-0194781F67DB}" dt="2024-09-19T07:33:10.279" v="3992" actId="20577"/>
        <pc:sldMkLst>
          <pc:docMk/>
          <pc:sldMk cId="3200123097" sldId="518"/>
        </pc:sldMkLst>
        <pc:spChg chg="del">
          <ac:chgData name="阚东" userId="7039b3de-44eb-4b36-856a-06eff18bf7aa" providerId="ADAL" clId="{2A967772-2A56-4679-9D24-0194781F67DB}" dt="2024-09-12T09:05:33.129" v="1244" actId="478"/>
          <ac:spMkLst>
            <pc:docMk/>
            <pc:sldMk cId="3200123097" sldId="518"/>
            <ac:spMk id="10" creationId="{C4DD1D4B-47EC-4CA9-A0B9-3F16FDD963C3}"/>
          </ac:spMkLst>
        </pc:spChg>
        <pc:spChg chg="del">
          <ac:chgData name="阚东" userId="7039b3de-44eb-4b36-856a-06eff18bf7aa" providerId="ADAL" clId="{2A967772-2A56-4679-9D24-0194781F67DB}" dt="2024-09-12T09:05:33.129" v="1244" actId="478"/>
          <ac:spMkLst>
            <pc:docMk/>
            <pc:sldMk cId="3200123097" sldId="518"/>
            <ac:spMk id="11" creationId="{887C3D58-552C-4CF0-B2F7-A14DD951EFF9}"/>
          </ac:spMkLst>
        </pc:spChg>
        <pc:spChg chg="del">
          <ac:chgData name="阚东" userId="7039b3de-44eb-4b36-856a-06eff18bf7aa" providerId="ADAL" clId="{2A967772-2A56-4679-9D24-0194781F67DB}" dt="2024-09-12T09:05:33.129" v="1244" actId="478"/>
          <ac:spMkLst>
            <pc:docMk/>
            <pc:sldMk cId="3200123097" sldId="518"/>
            <ac:spMk id="13" creationId="{23954D6B-7BA5-4D21-BD8C-61771D0731CF}"/>
          </ac:spMkLst>
        </pc:spChg>
        <pc:spChg chg="del">
          <ac:chgData name="阚东" userId="7039b3de-44eb-4b36-856a-06eff18bf7aa" providerId="ADAL" clId="{2A967772-2A56-4679-9D24-0194781F67DB}" dt="2024-09-12T09:05:33.129" v="1244" actId="478"/>
          <ac:spMkLst>
            <pc:docMk/>
            <pc:sldMk cId="3200123097" sldId="518"/>
            <ac:spMk id="14" creationId="{269D3D6B-7D26-4C3B-962B-1045C11030DF}"/>
          </ac:spMkLst>
        </pc:spChg>
        <pc:spChg chg="add mod">
          <ac:chgData name="阚东" userId="7039b3de-44eb-4b36-856a-06eff18bf7aa" providerId="ADAL" clId="{2A967772-2A56-4679-9D24-0194781F67DB}" dt="2024-09-12T09:05:33.438" v="1245"/>
          <ac:spMkLst>
            <pc:docMk/>
            <pc:sldMk cId="3200123097" sldId="518"/>
            <ac:spMk id="15" creationId="{96A75049-3FEC-407B-877A-09CAF6D73253}"/>
          </ac:spMkLst>
        </pc:spChg>
        <pc:spChg chg="add mod">
          <ac:chgData name="阚东" userId="7039b3de-44eb-4b36-856a-06eff18bf7aa" providerId="ADAL" clId="{2A967772-2A56-4679-9D24-0194781F67DB}" dt="2024-09-12T09:05:33.438" v="1245"/>
          <ac:spMkLst>
            <pc:docMk/>
            <pc:sldMk cId="3200123097" sldId="518"/>
            <ac:spMk id="16" creationId="{8DF295A9-8725-4CCB-9136-4F92D1ACACC9}"/>
          </ac:spMkLst>
        </pc:spChg>
        <pc:spChg chg="add mod">
          <ac:chgData name="阚东" userId="7039b3de-44eb-4b36-856a-06eff18bf7aa" providerId="ADAL" clId="{2A967772-2A56-4679-9D24-0194781F67DB}" dt="2024-09-12T09:05:33.438" v="1245"/>
          <ac:spMkLst>
            <pc:docMk/>
            <pc:sldMk cId="3200123097" sldId="518"/>
            <ac:spMk id="17" creationId="{DB541A8A-1592-4CB8-9FAE-215C5BA6CFB2}"/>
          </ac:spMkLst>
        </pc:spChg>
        <pc:spChg chg="add mod">
          <ac:chgData name="阚东" userId="7039b3de-44eb-4b36-856a-06eff18bf7aa" providerId="ADAL" clId="{2A967772-2A56-4679-9D24-0194781F67DB}" dt="2024-09-12T09:05:33.438" v="1245"/>
          <ac:spMkLst>
            <pc:docMk/>
            <pc:sldMk cId="3200123097" sldId="518"/>
            <ac:spMk id="18" creationId="{FBF020B1-603C-4137-9AB0-55830102284C}"/>
          </ac:spMkLst>
        </pc:spChg>
        <pc:cxnChg chg="add del mod">
          <ac:chgData name="阚东" userId="7039b3de-44eb-4b36-856a-06eff18bf7aa" providerId="ADAL" clId="{2A967772-2A56-4679-9D24-0194781F67DB}" dt="2024-09-12T09:05:33.129" v="1244" actId="478"/>
          <ac:cxnSpMkLst>
            <pc:docMk/>
            <pc:sldMk cId="3200123097" sldId="518"/>
            <ac:cxnSpMk id="8" creationId="{D237E3E2-E0CB-4A4F-99D8-608835D9FA44}"/>
          </ac:cxnSpMkLst>
        </pc:cxnChg>
        <pc:cxnChg chg="add mod">
          <ac:chgData name="阚东" userId="7039b3de-44eb-4b36-856a-06eff18bf7aa" providerId="ADAL" clId="{2A967772-2A56-4679-9D24-0194781F67DB}" dt="2024-09-12T09:05:33.438" v="1245"/>
          <ac:cxnSpMkLst>
            <pc:docMk/>
            <pc:sldMk cId="3200123097" sldId="518"/>
            <ac:cxnSpMk id="19" creationId="{ABBD5E0D-38D1-43AF-82EB-D501DB4A06C5}"/>
          </ac:cxnSpMkLst>
        </pc:cxnChg>
      </pc:sldChg>
      <pc:sldChg chg="addSp delSp modSp add mod modNotesTx">
        <pc:chgData name="阚东" userId="7039b3de-44eb-4b36-856a-06eff18bf7aa" providerId="ADAL" clId="{2A967772-2A56-4679-9D24-0194781F67DB}" dt="2024-09-19T08:03:19.113" v="4432"/>
        <pc:sldMkLst>
          <pc:docMk/>
          <pc:sldMk cId="3064515888" sldId="519"/>
        </pc:sldMkLst>
        <pc:spChg chg="mod">
          <ac:chgData name="阚东" userId="7039b3de-44eb-4b36-856a-06eff18bf7aa" providerId="ADAL" clId="{2A967772-2A56-4679-9D24-0194781F67DB}" dt="2024-09-18T07:46:07.254" v="1472" actId="1076"/>
          <ac:spMkLst>
            <pc:docMk/>
            <pc:sldMk cId="3064515888" sldId="519"/>
            <ac:spMk id="2" creationId="{00000000-0000-0000-0000-000000000000}"/>
          </ac:spMkLst>
        </pc:spChg>
        <pc:spChg chg="mod">
          <ac:chgData name="阚东" userId="7039b3de-44eb-4b36-856a-06eff18bf7aa" providerId="ADAL" clId="{2A967772-2A56-4679-9D24-0194781F67DB}" dt="2024-09-18T07:20:14.200" v="1412" actId="20577"/>
          <ac:spMkLst>
            <pc:docMk/>
            <pc:sldMk cId="3064515888" sldId="519"/>
            <ac:spMk id="3" creationId="{00000000-0000-0000-0000-000000000000}"/>
          </ac:spMkLst>
        </pc:spChg>
        <pc:spChg chg="del">
          <ac:chgData name="阚东" userId="7039b3de-44eb-4b36-856a-06eff18bf7aa" providerId="ADAL" clId="{2A967772-2A56-4679-9D24-0194781F67DB}" dt="2024-09-18T07:20:18.279" v="1413" actId="478"/>
          <ac:spMkLst>
            <pc:docMk/>
            <pc:sldMk cId="3064515888" sldId="519"/>
            <ac:spMk id="13" creationId="{CB2ABCDD-C939-4957-AF41-3D1307552253}"/>
          </ac:spMkLst>
        </pc:spChg>
        <pc:spChg chg="add del mod">
          <ac:chgData name="阚东" userId="7039b3de-44eb-4b36-856a-06eff18bf7aa" providerId="ADAL" clId="{2A967772-2A56-4679-9D24-0194781F67DB}" dt="2024-09-18T07:45:46.661" v="1463"/>
          <ac:spMkLst>
            <pc:docMk/>
            <pc:sldMk cId="3064515888" sldId="519"/>
            <ac:spMk id="14" creationId="{CF854030-F4FA-4917-9291-E3D3A8E6DCDE}"/>
          </ac:spMkLst>
        </pc:spChg>
        <pc:spChg chg="del">
          <ac:chgData name="阚东" userId="7039b3de-44eb-4b36-856a-06eff18bf7aa" providerId="ADAL" clId="{2A967772-2A56-4679-9D24-0194781F67DB}" dt="2024-09-18T07:20:20.058" v="1414" actId="478"/>
          <ac:spMkLst>
            <pc:docMk/>
            <pc:sldMk cId="3064515888" sldId="519"/>
            <ac:spMk id="15" creationId="{6A28683F-A69B-4F80-8DFD-D84AF0C3A7F7}"/>
          </ac:spMkLst>
        </pc:spChg>
        <pc:spChg chg="del">
          <ac:chgData name="阚东" userId="7039b3de-44eb-4b36-856a-06eff18bf7aa" providerId="ADAL" clId="{2A967772-2A56-4679-9D24-0194781F67DB}" dt="2024-09-18T07:20:18.279" v="1413" actId="478"/>
          <ac:spMkLst>
            <pc:docMk/>
            <pc:sldMk cId="3064515888" sldId="519"/>
            <ac:spMk id="16" creationId="{1A7F0A51-4730-4D67-89E2-5A35E879A9DF}"/>
          </ac:spMkLst>
        </pc:spChg>
        <pc:spChg chg="del">
          <ac:chgData name="阚东" userId="7039b3de-44eb-4b36-856a-06eff18bf7aa" providerId="ADAL" clId="{2A967772-2A56-4679-9D24-0194781F67DB}" dt="2024-09-18T07:20:18.279" v="1413" actId="478"/>
          <ac:spMkLst>
            <pc:docMk/>
            <pc:sldMk cId="3064515888" sldId="519"/>
            <ac:spMk id="17" creationId="{7CA5CE36-8C5F-477B-A468-18A51279AE1E}"/>
          </ac:spMkLst>
        </pc:spChg>
        <pc:spChg chg="add del mod">
          <ac:chgData name="阚东" userId="7039b3de-44eb-4b36-856a-06eff18bf7aa" providerId="ADAL" clId="{2A967772-2A56-4679-9D24-0194781F67DB}" dt="2024-09-18T07:45:46.661" v="1463"/>
          <ac:spMkLst>
            <pc:docMk/>
            <pc:sldMk cId="3064515888" sldId="519"/>
            <ac:spMk id="18" creationId="{2D69EFFB-4C80-47F4-9EF5-A2381F5D009D}"/>
          </ac:spMkLst>
        </pc:spChg>
        <pc:spChg chg="del">
          <ac:chgData name="阚东" userId="7039b3de-44eb-4b36-856a-06eff18bf7aa" providerId="ADAL" clId="{2A967772-2A56-4679-9D24-0194781F67DB}" dt="2024-09-18T07:20:18.279" v="1413" actId="478"/>
          <ac:spMkLst>
            <pc:docMk/>
            <pc:sldMk cId="3064515888" sldId="519"/>
            <ac:spMk id="19" creationId="{0D8A3B10-536D-4ABA-BE29-1F5458353614}"/>
          </ac:spMkLst>
        </pc:spChg>
        <pc:spChg chg="del">
          <ac:chgData name="阚东" userId="7039b3de-44eb-4b36-856a-06eff18bf7aa" providerId="ADAL" clId="{2A967772-2A56-4679-9D24-0194781F67DB}" dt="2024-09-18T07:20:18.279" v="1413" actId="478"/>
          <ac:spMkLst>
            <pc:docMk/>
            <pc:sldMk cId="3064515888" sldId="519"/>
            <ac:spMk id="20" creationId="{93AD422F-414E-4273-B964-CEB372AA2EAD}"/>
          </ac:spMkLst>
        </pc:spChg>
        <pc:spChg chg="add del mod">
          <ac:chgData name="阚东" userId="7039b3de-44eb-4b36-856a-06eff18bf7aa" providerId="ADAL" clId="{2A967772-2A56-4679-9D24-0194781F67DB}" dt="2024-09-18T07:47:35.116" v="1483" actId="478"/>
          <ac:spMkLst>
            <pc:docMk/>
            <pc:sldMk cId="3064515888" sldId="519"/>
            <ac:spMk id="21" creationId="{07F54119-BB50-441F-91A9-80E1B6A30DCF}"/>
          </ac:spMkLst>
        </pc:spChg>
        <pc:spChg chg="add del mod">
          <ac:chgData name="阚东" userId="7039b3de-44eb-4b36-856a-06eff18bf7aa" providerId="ADAL" clId="{2A967772-2A56-4679-9D24-0194781F67DB}" dt="2024-09-18T07:47:32.369" v="1482" actId="478"/>
          <ac:spMkLst>
            <pc:docMk/>
            <pc:sldMk cId="3064515888" sldId="519"/>
            <ac:spMk id="22" creationId="{5B2389D2-7B78-456D-A0ED-C3A85CDDEA8A}"/>
          </ac:spMkLst>
        </pc:spChg>
        <pc:spChg chg="add del mod">
          <ac:chgData name="阚东" userId="7039b3de-44eb-4b36-856a-06eff18bf7aa" providerId="ADAL" clId="{2A967772-2A56-4679-9D24-0194781F67DB}" dt="2024-09-18T07:47:35.116" v="1483" actId="478"/>
          <ac:spMkLst>
            <pc:docMk/>
            <pc:sldMk cId="3064515888" sldId="519"/>
            <ac:spMk id="23" creationId="{1BA54EDA-140A-4030-941E-96AA0A8E0C2F}"/>
          </ac:spMkLst>
        </pc:spChg>
        <pc:spChg chg="add del mod">
          <ac:chgData name="阚东" userId="7039b3de-44eb-4b36-856a-06eff18bf7aa" providerId="ADAL" clId="{2A967772-2A56-4679-9D24-0194781F67DB}" dt="2024-09-18T07:47:35.116" v="1483" actId="478"/>
          <ac:spMkLst>
            <pc:docMk/>
            <pc:sldMk cId="3064515888" sldId="519"/>
            <ac:spMk id="24" creationId="{53BF7901-A03E-4114-BF80-9F7AB21AC110}"/>
          </ac:spMkLst>
        </pc:spChg>
        <pc:spChg chg="add mod">
          <ac:chgData name="阚东" userId="7039b3de-44eb-4b36-856a-06eff18bf7aa" providerId="ADAL" clId="{2A967772-2A56-4679-9D24-0194781F67DB}" dt="2024-09-18T07:48:16.207" v="1496"/>
          <ac:spMkLst>
            <pc:docMk/>
            <pc:sldMk cId="3064515888" sldId="519"/>
            <ac:spMk id="25" creationId="{5095459B-9253-4742-BD36-47CE77D0F61B}"/>
          </ac:spMkLst>
        </pc:spChg>
        <pc:spChg chg="add mod">
          <ac:chgData name="阚东" userId="7039b3de-44eb-4b36-856a-06eff18bf7aa" providerId="ADAL" clId="{2A967772-2A56-4679-9D24-0194781F67DB}" dt="2024-09-18T07:48:16.207" v="1496"/>
          <ac:spMkLst>
            <pc:docMk/>
            <pc:sldMk cId="3064515888" sldId="519"/>
            <ac:spMk id="26" creationId="{2490EE75-EF86-4077-A99A-9279C1E3063A}"/>
          </ac:spMkLst>
        </pc:spChg>
        <pc:spChg chg="add mod">
          <ac:chgData name="阚东" userId="7039b3de-44eb-4b36-856a-06eff18bf7aa" providerId="ADAL" clId="{2A967772-2A56-4679-9D24-0194781F67DB}" dt="2024-09-18T07:48:16.207" v="1496"/>
          <ac:spMkLst>
            <pc:docMk/>
            <pc:sldMk cId="3064515888" sldId="519"/>
            <ac:spMk id="27" creationId="{B234D4D8-A214-4D95-A477-FA843EC7FBBD}"/>
          </ac:spMkLst>
        </pc:spChg>
        <pc:spChg chg="add mod">
          <ac:chgData name="阚东" userId="7039b3de-44eb-4b36-856a-06eff18bf7aa" providerId="ADAL" clId="{2A967772-2A56-4679-9D24-0194781F67DB}" dt="2024-09-18T07:48:16.207" v="1496"/>
          <ac:spMkLst>
            <pc:docMk/>
            <pc:sldMk cId="3064515888" sldId="519"/>
            <ac:spMk id="28" creationId="{1B6BFCCF-8D1B-432A-9D76-95475D50F2B7}"/>
          </ac:spMkLst>
        </pc:spChg>
        <pc:picChg chg="add del mod">
          <ac:chgData name="阚东" userId="7039b3de-44eb-4b36-856a-06eff18bf7aa" providerId="ADAL" clId="{2A967772-2A56-4679-9D24-0194781F67DB}" dt="2024-09-18T07:47:16.223" v="1476" actId="478"/>
          <ac:picMkLst>
            <pc:docMk/>
            <pc:sldMk cId="3064515888" sldId="519"/>
            <ac:picMk id="5" creationId="{2C5BA7BA-F4A1-4831-997A-751237C4C174}"/>
          </ac:picMkLst>
        </pc:picChg>
        <pc:picChg chg="add mod modCrop">
          <ac:chgData name="阚东" userId="7039b3de-44eb-4b36-856a-06eff18bf7aa" providerId="ADAL" clId="{2A967772-2A56-4679-9D24-0194781F67DB}" dt="2024-09-18T07:48:18.180" v="1497" actId="1076"/>
          <ac:picMkLst>
            <pc:docMk/>
            <pc:sldMk cId="3064515888" sldId="519"/>
            <ac:picMk id="7" creationId="{4622D19F-2848-481B-B393-38218F7C31F5}"/>
          </ac:picMkLst>
        </pc:picChg>
        <pc:picChg chg="add mod modCrop">
          <ac:chgData name="阚东" userId="7039b3de-44eb-4b36-856a-06eff18bf7aa" providerId="ADAL" clId="{2A967772-2A56-4679-9D24-0194781F67DB}" dt="2024-09-18T07:48:31.857" v="1499" actId="1076"/>
          <ac:picMkLst>
            <pc:docMk/>
            <pc:sldMk cId="3064515888" sldId="519"/>
            <ac:picMk id="9" creationId="{DE1795E9-6758-4ED5-9070-AD448E8189C9}"/>
          </ac:picMkLst>
        </pc:picChg>
        <pc:cxnChg chg="add mod">
          <ac:chgData name="阚东" userId="7039b3de-44eb-4b36-856a-06eff18bf7aa" providerId="ADAL" clId="{2A967772-2A56-4679-9D24-0194781F67DB}" dt="2024-09-18T07:48:16.207" v="1496"/>
          <ac:cxnSpMkLst>
            <pc:docMk/>
            <pc:sldMk cId="3064515888" sldId="519"/>
            <ac:cxnSpMk id="29" creationId="{54FCB4D9-5F0A-4A9A-9FF3-AA634B76B14B}"/>
          </ac:cxnSpMkLst>
        </pc:cxnChg>
      </pc:sldChg>
      <pc:sldChg chg="addSp delSp modSp add mod modAnim modNotesTx">
        <pc:chgData name="阚东" userId="7039b3de-44eb-4b36-856a-06eff18bf7aa" providerId="ADAL" clId="{2A967772-2A56-4679-9D24-0194781F67DB}" dt="2024-09-19T08:16:59.882" v="4912"/>
        <pc:sldMkLst>
          <pc:docMk/>
          <pc:sldMk cId="3819268580" sldId="520"/>
        </pc:sldMkLst>
        <pc:spChg chg="mod">
          <ac:chgData name="阚东" userId="7039b3de-44eb-4b36-856a-06eff18bf7aa" providerId="ADAL" clId="{2A967772-2A56-4679-9D24-0194781F67DB}" dt="2024-09-18T08:00:22.002" v="1646" actId="20577"/>
          <ac:spMkLst>
            <pc:docMk/>
            <pc:sldMk cId="3819268580" sldId="520"/>
            <ac:spMk id="3" creationId="{00000000-0000-0000-0000-000000000000}"/>
          </ac:spMkLst>
        </pc:spChg>
        <pc:spChg chg="add mod">
          <ac:chgData name="阚东" userId="7039b3de-44eb-4b36-856a-06eff18bf7aa" providerId="ADAL" clId="{2A967772-2A56-4679-9D24-0194781F67DB}" dt="2024-09-18T07:58:01.915" v="1586" actId="164"/>
          <ac:spMkLst>
            <pc:docMk/>
            <pc:sldMk cId="3819268580" sldId="520"/>
            <ac:spMk id="16" creationId="{4FFA4957-95CA-4B6C-809E-B4FBD82267A4}"/>
          </ac:spMkLst>
        </pc:spChg>
        <pc:spChg chg="del">
          <ac:chgData name="阚东" userId="7039b3de-44eb-4b36-856a-06eff18bf7aa" providerId="ADAL" clId="{2A967772-2A56-4679-9D24-0194781F67DB}" dt="2024-09-18T07:49:24.501" v="1549" actId="478"/>
          <ac:spMkLst>
            <pc:docMk/>
            <pc:sldMk cId="3819268580" sldId="520"/>
            <ac:spMk id="25" creationId="{5095459B-9253-4742-BD36-47CE77D0F61B}"/>
          </ac:spMkLst>
        </pc:spChg>
        <pc:spChg chg="del">
          <ac:chgData name="阚东" userId="7039b3de-44eb-4b36-856a-06eff18bf7aa" providerId="ADAL" clId="{2A967772-2A56-4679-9D24-0194781F67DB}" dt="2024-09-18T07:49:24.501" v="1549" actId="478"/>
          <ac:spMkLst>
            <pc:docMk/>
            <pc:sldMk cId="3819268580" sldId="520"/>
            <ac:spMk id="26" creationId="{2490EE75-EF86-4077-A99A-9279C1E3063A}"/>
          </ac:spMkLst>
        </pc:spChg>
        <pc:spChg chg="del">
          <ac:chgData name="阚东" userId="7039b3de-44eb-4b36-856a-06eff18bf7aa" providerId="ADAL" clId="{2A967772-2A56-4679-9D24-0194781F67DB}" dt="2024-09-18T07:49:24.501" v="1549" actId="478"/>
          <ac:spMkLst>
            <pc:docMk/>
            <pc:sldMk cId="3819268580" sldId="520"/>
            <ac:spMk id="27" creationId="{B234D4D8-A214-4D95-A477-FA843EC7FBBD}"/>
          </ac:spMkLst>
        </pc:spChg>
        <pc:spChg chg="del">
          <ac:chgData name="阚东" userId="7039b3de-44eb-4b36-856a-06eff18bf7aa" providerId="ADAL" clId="{2A967772-2A56-4679-9D24-0194781F67DB}" dt="2024-09-18T07:49:24.501" v="1549" actId="478"/>
          <ac:spMkLst>
            <pc:docMk/>
            <pc:sldMk cId="3819268580" sldId="520"/>
            <ac:spMk id="28" creationId="{1B6BFCCF-8D1B-432A-9D76-95475D50F2B7}"/>
          </ac:spMkLst>
        </pc:spChg>
        <pc:grpChg chg="add mod">
          <ac:chgData name="阚东" userId="7039b3de-44eb-4b36-856a-06eff18bf7aa" providerId="ADAL" clId="{2A967772-2A56-4679-9D24-0194781F67DB}" dt="2024-09-18T07:58:32.533" v="1593" actId="1076"/>
          <ac:grpSpMkLst>
            <pc:docMk/>
            <pc:sldMk cId="3819268580" sldId="520"/>
            <ac:grpSpMk id="10" creationId="{7F02A295-8FB1-49CC-A6DC-1702C0D8BEE8}"/>
          </ac:grpSpMkLst>
        </pc:grpChg>
        <pc:picChg chg="add del mod">
          <ac:chgData name="阚东" userId="7039b3de-44eb-4b36-856a-06eff18bf7aa" providerId="ADAL" clId="{2A967772-2A56-4679-9D24-0194781F67DB}" dt="2024-09-18T07:49:55.345" v="1554" actId="478"/>
          <ac:picMkLst>
            <pc:docMk/>
            <pc:sldMk cId="3819268580" sldId="520"/>
            <ac:picMk id="5" creationId="{C6AEE242-CFC0-4CF7-B643-78A65587741A}"/>
          </ac:picMkLst>
        </pc:picChg>
        <pc:picChg chg="del">
          <ac:chgData name="阚东" userId="7039b3de-44eb-4b36-856a-06eff18bf7aa" providerId="ADAL" clId="{2A967772-2A56-4679-9D24-0194781F67DB}" dt="2024-09-18T07:49:24.501" v="1549" actId="478"/>
          <ac:picMkLst>
            <pc:docMk/>
            <pc:sldMk cId="3819268580" sldId="520"/>
            <ac:picMk id="7" creationId="{4622D19F-2848-481B-B393-38218F7C31F5}"/>
          </ac:picMkLst>
        </pc:picChg>
        <pc:picChg chg="add mod">
          <ac:chgData name="阚东" userId="7039b3de-44eb-4b36-856a-06eff18bf7aa" providerId="ADAL" clId="{2A967772-2A56-4679-9D24-0194781F67DB}" dt="2024-09-18T07:58:40.057" v="1594" actId="1076"/>
          <ac:picMkLst>
            <pc:docMk/>
            <pc:sldMk cId="3819268580" sldId="520"/>
            <ac:picMk id="8" creationId="{B7913D74-57D1-417A-939F-0441DB78F9F2}"/>
          </ac:picMkLst>
        </pc:picChg>
        <pc:picChg chg="del">
          <ac:chgData name="阚东" userId="7039b3de-44eb-4b36-856a-06eff18bf7aa" providerId="ADAL" clId="{2A967772-2A56-4679-9D24-0194781F67DB}" dt="2024-09-18T07:49:25.284" v="1550" actId="478"/>
          <ac:picMkLst>
            <pc:docMk/>
            <pc:sldMk cId="3819268580" sldId="520"/>
            <ac:picMk id="9" creationId="{DE1795E9-6758-4ED5-9070-AD448E8189C9}"/>
          </ac:picMkLst>
        </pc:picChg>
        <pc:picChg chg="add mod">
          <ac:chgData name="阚东" userId="7039b3de-44eb-4b36-856a-06eff18bf7aa" providerId="ADAL" clId="{2A967772-2A56-4679-9D24-0194781F67DB}" dt="2024-09-18T07:58:01.915" v="1586" actId="164"/>
          <ac:picMkLst>
            <pc:docMk/>
            <pc:sldMk cId="3819268580" sldId="520"/>
            <ac:picMk id="15" creationId="{E0EB1E32-A4EC-412A-87B6-C3B7541EA154}"/>
          </ac:picMkLst>
        </pc:picChg>
        <pc:cxnChg chg="del">
          <ac:chgData name="阚东" userId="7039b3de-44eb-4b36-856a-06eff18bf7aa" providerId="ADAL" clId="{2A967772-2A56-4679-9D24-0194781F67DB}" dt="2024-09-18T07:49:24.501" v="1549" actId="478"/>
          <ac:cxnSpMkLst>
            <pc:docMk/>
            <pc:sldMk cId="3819268580" sldId="520"/>
            <ac:cxnSpMk id="29" creationId="{54FCB4D9-5F0A-4A9A-9FF3-AA634B76B14B}"/>
          </ac:cxnSpMkLst>
        </pc:cxnChg>
      </pc:sldChg>
      <pc:sldChg chg="addSp delSp modSp add mod modAnim modNotesTx">
        <pc:chgData name="阚东" userId="7039b3de-44eb-4b36-856a-06eff18bf7aa" providerId="ADAL" clId="{2A967772-2A56-4679-9D24-0194781F67DB}" dt="2024-09-19T08:17:39.859" v="4917"/>
        <pc:sldMkLst>
          <pc:docMk/>
          <pc:sldMk cId="1307801818" sldId="521"/>
        </pc:sldMkLst>
        <pc:spChg chg="mod">
          <ac:chgData name="阚东" userId="7039b3de-44eb-4b36-856a-06eff18bf7aa" providerId="ADAL" clId="{2A967772-2A56-4679-9D24-0194781F67DB}" dt="2024-09-18T08:00:36.607" v="1650"/>
          <ac:spMkLst>
            <pc:docMk/>
            <pc:sldMk cId="1307801818" sldId="521"/>
            <ac:spMk id="3" creationId="{00000000-0000-0000-0000-000000000000}"/>
          </ac:spMkLst>
        </pc:spChg>
        <pc:spChg chg="add mod">
          <ac:chgData name="阚东" userId="7039b3de-44eb-4b36-856a-06eff18bf7aa" providerId="ADAL" clId="{2A967772-2A56-4679-9D24-0194781F67DB}" dt="2024-09-19T08:17:22.295" v="4914" actId="207"/>
          <ac:spMkLst>
            <pc:docMk/>
            <pc:sldMk cId="1307801818" sldId="521"/>
            <ac:spMk id="9" creationId="{3F8F9826-C4B0-465D-9CCA-E4DBD6A8755F}"/>
          </ac:spMkLst>
        </pc:spChg>
        <pc:picChg chg="del">
          <ac:chgData name="阚东" userId="7039b3de-44eb-4b36-856a-06eff18bf7aa" providerId="ADAL" clId="{2A967772-2A56-4679-9D24-0194781F67DB}" dt="2024-09-18T07:59:01.633" v="1596" actId="478"/>
          <ac:picMkLst>
            <pc:docMk/>
            <pc:sldMk cId="1307801818" sldId="521"/>
            <ac:picMk id="8" creationId="{B7913D74-57D1-417A-939F-0441DB78F9F2}"/>
          </ac:picMkLst>
        </pc:picChg>
      </pc:sldChg>
      <pc:sldChg chg="addSp delSp modSp add mod modAnim modNotesTx">
        <pc:chgData name="阚东" userId="7039b3de-44eb-4b36-856a-06eff18bf7aa" providerId="ADAL" clId="{2A967772-2A56-4679-9D24-0194781F67DB}" dt="2024-09-19T08:22:11.953" v="5033"/>
        <pc:sldMkLst>
          <pc:docMk/>
          <pc:sldMk cId="2125215338" sldId="522"/>
        </pc:sldMkLst>
        <pc:spChg chg="mod">
          <ac:chgData name="阚东" userId="7039b3de-44eb-4b36-856a-06eff18bf7aa" providerId="ADAL" clId="{2A967772-2A56-4679-9D24-0194781F67DB}" dt="2024-09-18T13:29:57.780" v="1775" actId="1076"/>
          <ac:spMkLst>
            <pc:docMk/>
            <pc:sldMk cId="2125215338" sldId="522"/>
            <ac:spMk id="2" creationId="{00000000-0000-0000-0000-000000000000}"/>
          </ac:spMkLst>
        </pc:spChg>
        <pc:spChg chg="mod">
          <ac:chgData name="阚东" userId="7039b3de-44eb-4b36-856a-06eff18bf7aa" providerId="ADAL" clId="{2A967772-2A56-4679-9D24-0194781F67DB}" dt="2024-09-18T09:06:16.250" v="1717"/>
          <ac:spMkLst>
            <pc:docMk/>
            <pc:sldMk cId="2125215338" sldId="522"/>
            <ac:spMk id="3" creationId="{00000000-0000-0000-0000-000000000000}"/>
          </ac:spMkLst>
        </pc:spChg>
        <pc:spChg chg="add mod">
          <ac:chgData name="阚东" userId="7039b3de-44eb-4b36-856a-06eff18bf7aa" providerId="ADAL" clId="{2A967772-2A56-4679-9D24-0194781F67DB}" dt="2024-09-18T13:30:36.151" v="1849" actId="1035"/>
          <ac:spMkLst>
            <pc:docMk/>
            <pc:sldMk cId="2125215338" sldId="522"/>
            <ac:spMk id="8" creationId="{3C696047-F244-472D-BD2A-90E50142CCCF}"/>
          </ac:spMkLst>
        </pc:spChg>
        <pc:spChg chg="add mod">
          <ac:chgData name="阚东" userId="7039b3de-44eb-4b36-856a-06eff18bf7aa" providerId="ADAL" clId="{2A967772-2A56-4679-9D24-0194781F67DB}" dt="2024-09-19T08:22:01.832" v="5028" actId="14100"/>
          <ac:spMkLst>
            <pc:docMk/>
            <pc:sldMk cId="2125215338" sldId="522"/>
            <ac:spMk id="9" creationId="{35729140-E4F7-42C5-B842-0F672121EDF8}"/>
          </ac:spMkLst>
        </pc:spChg>
        <pc:spChg chg="del">
          <ac:chgData name="阚东" userId="7039b3de-44eb-4b36-856a-06eff18bf7aa" providerId="ADAL" clId="{2A967772-2A56-4679-9D24-0194781F67DB}" dt="2024-09-18T09:06:01.341" v="1691" actId="478"/>
          <ac:spMkLst>
            <pc:docMk/>
            <pc:sldMk cId="2125215338" sldId="522"/>
            <ac:spMk id="9" creationId="{3F8F9826-C4B0-465D-9CCA-E4DBD6A8755F}"/>
          </ac:spMkLst>
        </pc:spChg>
        <pc:spChg chg="add mod">
          <ac:chgData name="阚东" userId="7039b3de-44eb-4b36-856a-06eff18bf7aa" providerId="ADAL" clId="{2A967772-2A56-4679-9D24-0194781F67DB}" dt="2024-09-18T13:30:36.151" v="1849" actId="1035"/>
          <ac:spMkLst>
            <pc:docMk/>
            <pc:sldMk cId="2125215338" sldId="522"/>
            <ac:spMk id="11" creationId="{BC7CA8EC-B397-4EA0-A446-74D3E1E198C5}"/>
          </ac:spMkLst>
        </pc:spChg>
        <pc:spChg chg="add mod">
          <ac:chgData name="阚东" userId="7039b3de-44eb-4b36-856a-06eff18bf7aa" providerId="ADAL" clId="{2A967772-2A56-4679-9D24-0194781F67DB}" dt="2024-09-18T13:30:36.151" v="1849" actId="1035"/>
          <ac:spMkLst>
            <pc:docMk/>
            <pc:sldMk cId="2125215338" sldId="522"/>
            <ac:spMk id="12" creationId="{75C5D055-7BBA-495F-B0EE-CF53DCB2F7A1}"/>
          </ac:spMkLst>
        </pc:spChg>
        <pc:spChg chg="add mod">
          <ac:chgData name="阚东" userId="7039b3de-44eb-4b36-856a-06eff18bf7aa" providerId="ADAL" clId="{2A967772-2A56-4679-9D24-0194781F67DB}" dt="2024-09-18T13:30:36.151" v="1849" actId="1035"/>
          <ac:spMkLst>
            <pc:docMk/>
            <pc:sldMk cId="2125215338" sldId="522"/>
            <ac:spMk id="13" creationId="{744A4270-10A2-4657-9ED0-EF3D4A411B53}"/>
          </ac:spMkLst>
        </pc:spChg>
        <pc:spChg chg="add mod">
          <ac:chgData name="阚东" userId="7039b3de-44eb-4b36-856a-06eff18bf7aa" providerId="ADAL" clId="{2A967772-2A56-4679-9D24-0194781F67DB}" dt="2024-09-19T08:19:47.441" v="4980" actId="1076"/>
          <ac:spMkLst>
            <pc:docMk/>
            <pc:sldMk cId="2125215338" sldId="522"/>
            <ac:spMk id="22" creationId="{3DFE2D3C-916C-47B4-B2FA-6E8377748EC5}"/>
          </ac:spMkLst>
        </pc:spChg>
        <pc:spChg chg="add mod">
          <ac:chgData name="阚东" userId="7039b3de-44eb-4b36-856a-06eff18bf7aa" providerId="ADAL" clId="{2A967772-2A56-4679-9D24-0194781F67DB}" dt="2024-09-19T08:20:01.873" v="4995"/>
          <ac:spMkLst>
            <pc:docMk/>
            <pc:sldMk cId="2125215338" sldId="522"/>
            <ac:spMk id="24" creationId="{DF14EFFD-31F0-4B71-B919-55E34C2AA618}"/>
          </ac:spMkLst>
        </pc:spChg>
        <pc:spChg chg="add mod">
          <ac:chgData name="阚东" userId="7039b3de-44eb-4b36-856a-06eff18bf7aa" providerId="ADAL" clId="{2A967772-2A56-4679-9D24-0194781F67DB}" dt="2024-09-19T08:19:22.008" v="4952" actId="1076"/>
          <ac:spMkLst>
            <pc:docMk/>
            <pc:sldMk cId="2125215338" sldId="522"/>
            <ac:spMk id="28" creationId="{9EE90433-8AAB-4B2D-A4B3-2B2D07AA39CB}"/>
          </ac:spMkLst>
        </pc:spChg>
        <pc:spChg chg="add del">
          <ac:chgData name="阚东" userId="7039b3de-44eb-4b36-856a-06eff18bf7aa" providerId="ADAL" clId="{2A967772-2A56-4679-9D24-0194781F67DB}" dt="2024-09-19T08:21:26.851" v="5016" actId="22"/>
          <ac:spMkLst>
            <pc:docMk/>
            <pc:sldMk cId="2125215338" sldId="522"/>
            <ac:spMk id="29" creationId="{F0488614-47BD-4C33-9400-E22AB99EBE57}"/>
          </ac:spMkLst>
        </pc:spChg>
        <pc:grpChg chg="del">
          <ac:chgData name="阚东" userId="7039b3de-44eb-4b36-856a-06eff18bf7aa" providerId="ADAL" clId="{2A967772-2A56-4679-9D24-0194781F67DB}" dt="2024-09-18T09:06:02.991" v="1692" actId="478"/>
          <ac:grpSpMkLst>
            <pc:docMk/>
            <pc:sldMk cId="2125215338" sldId="522"/>
            <ac:grpSpMk id="10" creationId="{7F02A295-8FB1-49CC-A6DC-1702C0D8BEE8}"/>
          </ac:grpSpMkLst>
        </pc:grpChg>
        <pc:picChg chg="add mod">
          <ac:chgData name="阚东" userId="7039b3de-44eb-4b36-856a-06eff18bf7aa" providerId="ADAL" clId="{2A967772-2A56-4679-9D24-0194781F67DB}" dt="2024-09-18T13:30:36.151" v="1849" actId="1035"/>
          <ac:picMkLst>
            <pc:docMk/>
            <pc:sldMk cId="2125215338" sldId="522"/>
            <ac:picMk id="5" creationId="{8975FB52-F88B-4B99-A760-B7286A1AD515}"/>
          </ac:picMkLst>
        </pc:picChg>
        <pc:picChg chg="add mod">
          <ac:chgData name="阚东" userId="7039b3de-44eb-4b36-856a-06eff18bf7aa" providerId="ADAL" clId="{2A967772-2A56-4679-9D24-0194781F67DB}" dt="2024-09-19T08:19:11.260" v="4951" actId="1076"/>
          <ac:picMkLst>
            <pc:docMk/>
            <pc:sldMk cId="2125215338" sldId="522"/>
            <ac:picMk id="6" creationId="{AD761336-6F57-48FB-9BB2-B8D467E7AE76}"/>
          </ac:picMkLst>
        </pc:picChg>
        <pc:picChg chg="add mod modCrop">
          <ac:chgData name="阚东" userId="7039b3de-44eb-4b36-856a-06eff18bf7aa" providerId="ADAL" clId="{2A967772-2A56-4679-9D24-0194781F67DB}" dt="2024-09-18T13:30:36.151" v="1849" actId="1035"/>
          <ac:picMkLst>
            <pc:docMk/>
            <pc:sldMk cId="2125215338" sldId="522"/>
            <ac:picMk id="7" creationId="{DBD9868D-FDED-4A93-A9B4-5D2847BE382F}"/>
          </ac:picMkLst>
        </pc:picChg>
        <pc:picChg chg="add mod">
          <ac:chgData name="阚东" userId="7039b3de-44eb-4b36-856a-06eff18bf7aa" providerId="ADAL" clId="{2A967772-2A56-4679-9D24-0194781F67DB}" dt="2024-09-18T13:30:36.151" v="1849" actId="1035"/>
          <ac:picMkLst>
            <pc:docMk/>
            <pc:sldMk cId="2125215338" sldId="522"/>
            <ac:picMk id="17" creationId="{B4C82E61-FA11-4B90-BDC3-F151A7650422}"/>
          </ac:picMkLst>
        </pc:picChg>
        <pc:picChg chg="add mod">
          <ac:chgData name="阚东" userId="7039b3de-44eb-4b36-856a-06eff18bf7aa" providerId="ADAL" clId="{2A967772-2A56-4679-9D24-0194781F67DB}" dt="2024-09-18T13:30:36.151" v="1849" actId="1035"/>
          <ac:picMkLst>
            <pc:docMk/>
            <pc:sldMk cId="2125215338" sldId="522"/>
            <ac:picMk id="19" creationId="{2617D9F0-CB1B-4944-B86E-620F4AFD1041}"/>
          </ac:picMkLst>
        </pc:picChg>
        <pc:picChg chg="add mod">
          <ac:chgData name="阚东" userId="7039b3de-44eb-4b36-856a-06eff18bf7aa" providerId="ADAL" clId="{2A967772-2A56-4679-9D24-0194781F67DB}" dt="2024-09-18T13:30:36.151" v="1849" actId="1035"/>
          <ac:picMkLst>
            <pc:docMk/>
            <pc:sldMk cId="2125215338" sldId="522"/>
            <ac:picMk id="21" creationId="{27E7A447-A6F4-4D42-919A-FA97DBEF3EB8}"/>
          </ac:picMkLst>
        </pc:picChg>
        <pc:picChg chg="add mod">
          <ac:chgData name="阚东" userId="7039b3de-44eb-4b36-856a-06eff18bf7aa" providerId="ADAL" clId="{2A967772-2A56-4679-9D24-0194781F67DB}" dt="2024-09-18T13:30:36.151" v="1849" actId="1035"/>
          <ac:picMkLst>
            <pc:docMk/>
            <pc:sldMk cId="2125215338" sldId="522"/>
            <ac:picMk id="23" creationId="{43568224-7EA2-485F-A84F-013CCE38BD47}"/>
          </ac:picMkLst>
        </pc:picChg>
        <pc:picChg chg="add mod">
          <ac:chgData name="阚东" userId="7039b3de-44eb-4b36-856a-06eff18bf7aa" providerId="ADAL" clId="{2A967772-2A56-4679-9D24-0194781F67DB}" dt="2024-09-19T08:19:22.008" v="4952" actId="1076"/>
          <ac:picMkLst>
            <pc:docMk/>
            <pc:sldMk cId="2125215338" sldId="522"/>
            <ac:picMk id="25" creationId="{A2FA917A-6943-4337-807F-D17A9A1EB965}"/>
          </ac:picMkLst>
        </pc:picChg>
        <pc:cxnChg chg="add mod">
          <ac:chgData name="阚东" userId="7039b3de-44eb-4b36-856a-06eff18bf7aa" providerId="ADAL" clId="{2A967772-2A56-4679-9D24-0194781F67DB}" dt="2024-09-19T08:19:28.458" v="4953" actId="571"/>
          <ac:cxnSpMkLst>
            <pc:docMk/>
            <pc:sldMk cId="2125215338" sldId="522"/>
            <ac:cxnSpMk id="20" creationId="{93AC9CA7-3C41-4E68-AF2A-F4E311023461}"/>
          </ac:cxnSpMkLst>
        </pc:cxnChg>
        <pc:cxnChg chg="add mod">
          <ac:chgData name="阚东" userId="7039b3de-44eb-4b36-856a-06eff18bf7aa" providerId="ADAL" clId="{2A967772-2A56-4679-9D24-0194781F67DB}" dt="2024-09-18T13:30:36.151" v="1849" actId="1035"/>
          <ac:cxnSpMkLst>
            <pc:docMk/>
            <pc:sldMk cId="2125215338" sldId="522"/>
            <ac:cxnSpMk id="26" creationId="{FCB71AD0-08D0-4194-A933-AEBF6C0A9035}"/>
          </ac:cxnSpMkLst>
        </pc:cxnChg>
        <pc:cxnChg chg="add mod">
          <ac:chgData name="阚东" userId="7039b3de-44eb-4b36-856a-06eff18bf7aa" providerId="ADAL" clId="{2A967772-2A56-4679-9D24-0194781F67DB}" dt="2024-09-18T13:30:36.151" v="1849" actId="1035"/>
          <ac:cxnSpMkLst>
            <pc:docMk/>
            <pc:sldMk cId="2125215338" sldId="522"/>
            <ac:cxnSpMk id="27" creationId="{A5FEB26C-252D-49E6-8319-85EB2893B2AE}"/>
          </ac:cxnSpMkLst>
        </pc:cxnChg>
      </pc:sldChg>
      <pc:sldChg chg="addSp delSp modSp add mod modNotesTx">
        <pc:chgData name="阚东" userId="7039b3de-44eb-4b36-856a-06eff18bf7aa" providerId="ADAL" clId="{2A967772-2A56-4679-9D24-0194781F67DB}" dt="2024-09-19T08:22:42.268" v="5034"/>
        <pc:sldMkLst>
          <pc:docMk/>
          <pc:sldMk cId="1343052247" sldId="523"/>
        </pc:sldMkLst>
        <pc:spChg chg="mod">
          <ac:chgData name="阚东" userId="7039b3de-44eb-4b36-856a-06eff18bf7aa" providerId="ADAL" clId="{2A967772-2A56-4679-9D24-0194781F67DB}" dt="2024-09-18T13:31:36.037" v="1852"/>
          <ac:spMkLst>
            <pc:docMk/>
            <pc:sldMk cId="1343052247" sldId="523"/>
            <ac:spMk id="3" creationId="{00000000-0000-0000-0000-000000000000}"/>
          </ac:spMkLst>
        </pc:spChg>
        <pc:spChg chg="del">
          <ac:chgData name="阚东" userId="7039b3de-44eb-4b36-856a-06eff18bf7aa" providerId="ADAL" clId="{2A967772-2A56-4679-9D24-0194781F67DB}" dt="2024-09-18T13:31:27.440" v="1851" actId="478"/>
          <ac:spMkLst>
            <pc:docMk/>
            <pc:sldMk cId="1343052247" sldId="523"/>
            <ac:spMk id="8" creationId="{3C696047-F244-472D-BD2A-90E50142CCCF}"/>
          </ac:spMkLst>
        </pc:spChg>
        <pc:spChg chg="del">
          <ac:chgData name="阚东" userId="7039b3de-44eb-4b36-856a-06eff18bf7aa" providerId="ADAL" clId="{2A967772-2A56-4679-9D24-0194781F67DB}" dt="2024-09-18T13:31:27.440" v="1851" actId="478"/>
          <ac:spMkLst>
            <pc:docMk/>
            <pc:sldMk cId="1343052247" sldId="523"/>
            <ac:spMk id="11" creationId="{BC7CA8EC-B397-4EA0-A446-74D3E1E198C5}"/>
          </ac:spMkLst>
        </pc:spChg>
        <pc:spChg chg="del">
          <ac:chgData name="阚东" userId="7039b3de-44eb-4b36-856a-06eff18bf7aa" providerId="ADAL" clId="{2A967772-2A56-4679-9D24-0194781F67DB}" dt="2024-09-18T13:31:27.440" v="1851" actId="478"/>
          <ac:spMkLst>
            <pc:docMk/>
            <pc:sldMk cId="1343052247" sldId="523"/>
            <ac:spMk id="12" creationId="{75C5D055-7BBA-495F-B0EE-CF53DCB2F7A1}"/>
          </ac:spMkLst>
        </pc:spChg>
        <pc:spChg chg="del">
          <ac:chgData name="阚东" userId="7039b3de-44eb-4b36-856a-06eff18bf7aa" providerId="ADAL" clId="{2A967772-2A56-4679-9D24-0194781F67DB}" dt="2024-09-18T13:31:27.440" v="1851" actId="478"/>
          <ac:spMkLst>
            <pc:docMk/>
            <pc:sldMk cId="1343052247" sldId="523"/>
            <ac:spMk id="13" creationId="{744A4270-10A2-4657-9ED0-EF3D4A411B53}"/>
          </ac:spMkLst>
        </pc:spChg>
        <pc:spChg chg="del">
          <ac:chgData name="阚东" userId="7039b3de-44eb-4b36-856a-06eff18bf7aa" providerId="ADAL" clId="{2A967772-2A56-4679-9D24-0194781F67DB}" dt="2024-09-18T13:31:27.440" v="1851" actId="478"/>
          <ac:spMkLst>
            <pc:docMk/>
            <pc:sldMk cId="1343052247" sldId="523"/>
            <ac:spMk id="28" creationId="{9EE90433-8AAB-4B2D-A4B3-2B2D07AA39CB}"/>
          </ac:spMkLst>
        </pc:spChg>
        <pc:picChg chg="del">
          <ac:chgData name="阚东" userId="7039b3de-44eb-4b36-856a-06eff18bf7aa" providerId="ADAL" clId="{2A967772-2A56-4679-9D24-0194781F67DB}" dt="2024-09-18T13:31:27.440" v="1851" actId="478"/>
          <ac:picMkLst>
            <pc:docMk/>
            <pc:sldMk cId="1343052247" sldId="523"/>
            <ac:picMk id="5" creationId="{8975FB52-F88B-4B99-A760-B7286A1AD515}"/>
          </ac:picMkLst>
        </pc:picChg>
        <pc:picChg chg="add mod">
          <ac:chgData name="阚东" userId="7039b3de-44eb-4b36-856a-06eff18bf7aa" providerId="ADAL" clId="{2A967772-2A56-4679-9D24-0194781F67DB}" dt="2024-09-18T13:32:39.293" v="1856" actId="1076"/>
          <ac:picMkLst>
            <pc:docMk/>
            <pc:sldMk cId="1343052247" sldId="523"/>
            <ac:picMk id="6" creationId="{963E5DBA-084D-45AF-8BBA-2DCA983D8CE5}"/>
          </ac:picMkLst>
        </pc:picChg>
        <pc:picChg chg="del">
          <ac:chgData name="阚东" userId="7039b3de-44eb-4b36-856a-06eff18bf7aa" providerId="ADAL" clId="{2A967772-2A56-4679-9D24-0194781F67DB}" dt="2024-09-18T13:31:27.440" v="1851" actId="478"/>
          <ac:picMkLst>
            <pc:docMk/>
            <pc:sldMk cId="1343052247" sldId="523"/>
            <ac:picMk id="7" creationId="{DBD9868D-FDED-4A93-A9B4-5D2847BE382F}"/>
          </ac:picMkLst>
        </pc:picChg>
        <pc:picChg chg="del">
          <ac:chgData name="阚东" userId="7039b3de-44eb-4b36-856a-06eff18bf7aa" providerId="ADAL" clId="{2A967772-2A56-4679-9D24-0194781F67DB}" dt="2024-09-18T13:31:27.440" v="1851" actId="478"/>
          <ac:picMkLst>
            <pc:docMk/>
            <pc:sldMk cId="1343052247" sldId="523"/>
            <ac:picMk id="17" creationId="{B4C82E61-FA11-4B90-BDC3-F151A7650422}"/>
          </ac:picMkLst>
        </pc:picChg>
        <pc:picChg chg="del">
          <ac:chgData name="阚东" userId="7039b3de-44eb-4b36-856a-06eff18bf7aa" providerId="ADAL" clId="{2A967772-2A56-4679-9D24-0194781F67DB}" dt="2024-09-18T13:31:27.440" v="1851" actId="478"/>
          <ac:picMkLst>
            <pc:docMk/>
            <pc:sldMk cId="1343052247" sldId="523"/>
            <ac:picMk id="19" creationId="{2617D9F0-CB1B-4944-B86E-620F4AFD1041}"/>
          </ac:picMkLst>
        </pc:picChg>
        <pc:picChg chg="del">
          <ac:chgData name="阚东" userId="7039b3de-44eb-4b36-856a-06eff18bf7aa" providerId="ADAL" clId="{2A967772-2A56-4679-9D24-0194781F67DB}" dt="2024-09-18T13:31:27.440" v="1851" actId="478"/>
          <ac:picMkLst>
            <pc:docMk/>
            <pc:sldMk cId="1343052247" sldId="523"/>
            <ac:picMk id="21" creationId="{27E7A447-A6F4-4D42-919A-FA97DBEF3EB8}"/>
          </ac:picMkLst>
        </pc:picChg>
        <pc:picChg chg="del">
          <ac:chgData name="阚东" userId="7039b3de-44eb-4b36-856a-06eff18bf7aa" providerId="ADAL" clId="{2A967772-2A56-4679-9D24-0194781F67DB}" dt="2024-09-18T13:31:27.440" v="1851" actId="478"/>
          <ac:picMkLst>
            <pc:docMk/>
            <pc:sldMk cId="1343052247" sldId="523"/>
            <ac:picMk id="23" creationId="{43568224-7EA2-485F-A84F-013CCE38BD47}"/>
          </ac:picMkLst>
        </pc:picChg>
        <pc:picChg chg="del">
          <ac:chgData name="阚东" userId="7039b3de-44eb-4b36-856a-06eff18bf7aa" providerId="ADAL" clId="{2A967772-2A56-4679-9D24-0194781F67DB}" dt="2024-09-18T13:31:27.440" v="1851" actId="478"/>
          <ac:picMkLst>
            <pc:docMk/>
            <pc:sldMk cId="1343052247" sldId="523"/>
            <ac:picMk id="25" creationId="{A2FA917A-6943-4337-807F-D17A9A1EB965}"/>
          </ac:picMkLst>
        </pc:picChg>
        <pc:cxnChg chg="del">
          <ac:chgData name="阚东" userId="7039b3de-44eb-4b36-856a-06eff18bf7aa" providerId="ADAL" clId="{2A967772-2A56-4679-9D24-0194781F67DB}" dt="2024-09-18T13:31:27.440" v="1851" actId="478"/>
          <ac:cxnSpMkLst>
            <pc:docMk/>
            <pc:sldMk cId="1343052247" sldId="523"/>
            <ac:cxnSpMk id="26" creationId="{FCB71AD0-08D0-4194-A933-AEBF6C0A9035}"/>
          </ac:cxnSpMkLst>
        </pc:cxnChg>
        <pc:cxnChg chg="del">
          <ac:chgData name="阚东" userId="7039b3de-44eb-4b36-856a-06eff18bf7aa" providerId="ADAL" clId="{2A967772-2A56-4679-9D24-0194781F67DB}" dt="2024-09-18T13:31:27.440" v="1851" actId="478"/>
          <ac:cxnSpMkLst>
            <pc:docMk/>
            <pc:sldMk cId="1343052247" sldId="523"/>
            <ac:cxnSpMk id="27" creationId="{A5FEB26C-252D-49E6-8319-85EB2893B2AE}"/>
          </ac:cxnSpMkLst>
        </pc:cxnChg>
      </pc:sldChg>
      <pc:sldChg chg="addSp delSp modSp add mod modTransition modAnim modNotesTx">
        <pc:chgData name="阚东" userId="7039b3de-44eb-4b36-856a-06eff18bf7aa" providerId="ADAL" clId="{2A967772-2A56-4679-9D24-0194781F67DB}" dt="2024-09-19T08:25:16.908" v="5052"/>
        <pc:sldMkLst>
          <pc:docMk/>
          <pc:sldMk cId="1828008056" sldId="524"/>
        </pc:sldMkLst>
        <pc:spChg chg="mod">
          <ac:chgData name="阚东" userId="7039b3de-44eb-4b36-856a-06eff18bf7aa" providerId="ADAL" clId="{2A967772-2A56-4679-9D24-0194781F67DB}" dt="2024-09-18T13:35:34.230" v="1858"/>
          <ac:spMkLst>
            <pc:docMk/>
            <pc:sldMk cId="1828008056" sldId="524"/>
            <ac:spMk id="3" creationId="{00000000-0000-0000-0000-000000000000}"/>
          </ac:spMkLst>
        </pc:spChg>
        <pc:spChg chg="add mod">
          <ac:chgData name="阚东" userId="7039b3de-44eb-4b36-856a-06eff18bf7aa" providerId="ADAL" clId="{2A967772-2A56-4679-9D24-0194781F67DB}" dt="2024-09-18T13:51:46.064" v="2051" actId="1076"/>
          <ac:spMkLst>
            <pc:docMk/>
            <pc:sldMk cId="1828008056" sldId="524"/>
            <ac:spMk id="7" creationId="{7CD9CF27-E25B-4970-8FB3-EABC9AE11F2C}"/>
          </ac:spMkLst>
        </pc:spChg>
        <pc:spChg chg="add mod">
          <ac:chgData name="阚东" userId="7039b3de-44eb-4b36-856a-06eff18bf7aa" providerId="ADAL" clId="{2A967772-2A56-4679-9D24-0194781F67DB}" dt="2024-09-18T13:52:29.512" v="2182" actId="1036"/>
          <ac:spMkLst>
            <pc:docMk/>
            <pc:sldMk cId="1828008056" sldId="524"/>
            <ac:spMk id="14" creationId="{D60FA2F1-BF6E-4A5C-A4DB-364F099B68F2}"/>
          </ac:spMkLst>
        </pc:spChg>
        <pc:spChg chg="add mod">
          <ac:chgData name="阚东" userId="7039b3de-44eb-4b36-856a-06eff18bf7aa" providerId="ADAL" clId="{2A967772-2A56-4679-9D24-0194781F67DB}" dt="2024-09-18T13:51:57.023" v="2088" actId="1035"/>
          <ac:spMkLst>
            <pc:docMk/>
            <pc:sldMk cId="1828008056" sldId="524"/>
            <ac:spMk id="17" creationId="{BC5714F0-7CC5-45EF-ACCF-772E19272FCF}"/>
          </ac:spMkLst>
        </pc:spChg>
        <pc:spChg chg="add mod">
          <ac:chgData name="阚东" userId="7039b3de-44eb-4b36-856a-06eff18bf7aa" providerId="ADAL" clId="{2A967772-2A56-4679-9D24-0194781F67DB}" dt="2024-09-18T13:52:34.821" v="2206" actId="1035"/>
          <ac:spMkLst>
            <pc:docMk/>
            <pc:sldMk cId="1828008056" sldId="524"/>
            <ac:spMk id="18" creationId="{CE9A709B-50B6-4CCB-9F73-EFC4099A57C9}"/>
          </ac:spMkLst>
        </pc:spChg>
        <pc:spChg chg="add mod">
          <ac:chgData name="阚东" userId="7039b3de-44eb-4b36-856a-06eff18bf7aa" providerId="ADAL" clId="{2A967772-2A56-4679-9D24-0194781F67DB}" dt="2024-09-18T13:59:18.115" v="2360" actId="207"/>
          <ac:spMkLst>
            <pc:docMk/>
            <pc:sldMk cId="1828008056" sldId="524"/>
            <ac:spMk id="20" creationId="{B525BAB7-9E89-4D8B-BCEB-A18F5B549449}"/>
          </ac:spMkLst>
        </pc:spChg>
        <pc:spChg chg="add mod">
          <ac:chgData name="阚东" userId="7039b3de-44eb-4b36-856a-06eff18bf7aa" providerId="ADAL" clId="{2A967772-2A56-4679-9D24-0194781F67DB}" dt="2024-09-18T13:59:21.233" v="2361" actId="207"/>
          <ac:spMkLst>
            <pc:docMk/>
            <pc:sldMk cId="1828008056" sldId="524"/>
            <ac:spMk id="21" creationId="{7024CC39-4D8F-4C2F-ABA4-1B59B0CA7DA1}"/>
          </ac:spMkLst>
        </pc:spChg>
        <pc:spChg chg="add mod">
          <ac:chgData name="阚东" userId="7039b3de-44eb-4b36-856a-06eff18bf7aa" providerId="ADAL" clId="{2A967772-2A56-4679-9D24-0194781F67DB}" dt="2024-09-18T13:56:44.222" v="2287" actId="1036"/>
          <ac:spMkLst>
            <pc:docMk/>
            <pc:sldMk cId="1828008056" sldId="524"/>
            <ac:spMk id="22" creationId="{B104CC89-7D75-498D-B02E-19097B98FCA2}"/>
          </ac:spMkLst>
        </pc:spChg>
        <pc:spChg chg="add mod">
          <ac:chgData name="阚东" userId="7039b3de-44eb-4b36-856a-06eff18bf7aa" providerId="ADAL" clId="{2A967772-2A56-4679-9D24-0194781F67DB}" dt="2024-09-18T13:59:24.714" v="2362" actId="207"/>
          <ac:spMkLst>
            <pc:docMk/>
            <pc:sldMk cId="1828008056" sldId="524"/>
            <ac:spMk id="39" creationId="{6301511C-6A62-4FA3-B498-987B7BF6602E}"/>
          </ac:spMkLst>
        </pc:spChg>
        <pc:spChg chg="mod">
          <ac:chgData name="阚东" userId="7039b3de-44eb-4b36-856a-06eff18bf7aa" providerId="ADAL" clId="{2A967772-2A56-4679-9D24-0194781F67DB}" dt="2024-09-18T14:05:55.160" v="2395"/>
          <ac:spMkLst>
            <pc:docMk/>
            <pc:sldMk cId="1828008056" sldId="524"/>
            <ac:spMk id="42" creationId="{9F751F72-A543-4988-8DA4-A826BE8FF2DF}"/>
          </ac:spMkLst>
        </pc:spChg>
        <pc:grpChg chg="add mod">
          <ac:chgData name="阚东" userId="7039b3de-44eb-4b36-856a-06eff18bf7aa" providerId="ADAL" clId="{2A967772-2A56-4679-9D24-0194781F67DB}" dt="2024-09-18T13:56:36.438" v="2273" actId="1036"/>
          <ac:grpSpMkLst>
            <pc:docMk/>
            <pc:sldMk cId="1828008056" sldId="524"/>
            <ac:grpSpMk id="37" creationId="{C57F3686-D9AF-484C-B3B1-B58D47A9327E}"/>
          </ac:grpSpMkLst>
        </pc:grpChg>
        <pc:grpChg chg="add mod">
          <ac:chgData name="阚东" userId="7039b3de-44eb-4b36-856a-06eff18bf7aa" providerId="ADAL" clId="{2A967772-2A56-4679-9D24-0194781F67DB}" dt="2024-09-18T14:05:55.160" v="2395"/>
          <ac:grpSpMkLst>
            <pc:docMk/>
            <pc:sldMk cId="1828008056" sldId="524"/>
            <ac:grpSpMk id="40" creationId="{52D80BC1-AC0B-4B8B-A41A-18F55A5EBAA7}"/>
          </ac:grpSpMkLst>
        </pc:grpChg>
        <pc:picChg chg="mod modCrop">
          <ac:chgData name="阚东" userId="7039b3de-44eb-4b36-856a-06eff18bf7aa" providerId="ADAL" clId="{2A967772-2A56-4679-9D24-0194781F67DB}" dt="2024-09-18T13:46:07.750" v="1993" actId="1076"/>
          <ac:picMkLst>
            <pc:docMk/>
            <pc:sldMk cId="1828008056" sldId="524"/>
            <ac:picMk id="6" creationId="{963E5DBA-084D-45AF-8BBA-2DCA983D8CE5}"/>
          </ac:picMkLst>
        </pc:picChg>
        <pc:picChg chg="add mod">
          <ac:chgData name="阚东" userId="7039b3de-44eb-4b36-856a-06eff18bf7aa" providerId="ADAL" clId="{2A967772-2A56-4679-9D24-0194781F67DB}" dt="2024-09-18T13:52:22.497" v="2153" actId="1035"/>
          <ac:picMkLst>
            <pc:docMk/>
            <pc:sldMk cId="1828008056" sldId="524"/>
            <ac:picMk id="8" creationId="{EE4C5D88-AC4A-4A4A-AEFD-98B28DFCDD3E}"/>
          </ac:picMkLst>
        </pc:picChg>
        <pc:picChg chg="add mod">
          <ac:chgData name="阚东" userId="7039b3de-44eb-4b36-856a-06eff18bf7aa" providerId="ADAL" clId="{2A967772-2A56-4679-9D24-0194781F67DB}" dt="2024-09-18T13:52:22.497" v="2153" actId="1035"/>
          <ac:picMkLst>
            <pc:docMk/>
            <pc:sldMk cId="1828008056" sldId="524"/>
            <ac:picMk id="10" creationId="{E8C13319-9C80-4D57-9C79-9BD9E1CE584D}"/>
          </ac:picMkLst>
        </pc:picChg>
        <pc:picChg chg="add mod">
          <ac:chgData name="阚东" userId="7039b3de-44eb-4b36-856a-06eff18bf7aa" providerId="ADAL" clId="{2A967772-2A56-4679-9D24-0194781F67DB}" dt="2024-09-18T13:56:49.731" v="2315" actId="1037"/>
          <ac:picMkLst>
            <pc:docMk/>
            <pc:sldMk cId="1828008056" sldId="524"/>
            <ac:picMk id="24" creationId="{A3912C03-B111-4E16-BD1D-5E1A900AEDF4}"/>
          </ac:picMkLst>
        </pc:picChg>
        <pc:picChg chg="add mod">
          <ac:chgData name="阚东" userId="7039b3de-44eb-4b36-856a-06eff18bf7aa" providerId="ADAL" clId="{2A967772-2A56-4679-9D24-0194781F67DB}" dt="2024-09-18T13:56:36.438" v="2273" actId="1036"/>
          <ac:picMkLst>
            <pc:docMk/>
            <pc:sldMk cId="1828008056" sldId="524"/>
            <ac:picMk id="26" creationId="{1B55BCF5-3D70-4360-99BB-1A87D93B322D}"/>
          </ac:picMkLst>
        </pc:picChg>
        <pc:picChg chg="add mod">
          <ac:chgData name="阚东" userId="7039b3de-44eb-4b36-856a-06eff18bf7aa" providerId="ADAL" clId="{2A967772-2A56-4679-9D24-0194781F67DB}" dt="2024-09-18T13:56:36.438" v="2273" actId="1036"/>
          <ac:picMkLst>
            <pc:docMk/>
            <pc:sldMk cId="1828008056" sldId="524"/>
            <ac:picMk id="28" creationId="{6BC4052B-CA5F-4CD5-856E-1D706EB31D2E}"/>
          </ac:picMkLst>
        </pc:picChg>
        <pc:picChg chg="add mod">
          <ac:chgData name="阚东" userId="7039b3de-44eb-4b36-856a-06eff18bf7aa" providerId="ADAL" clId="{2A967772-2A56-4679-9D24-0194781F67DB}" dt="2024-09-18T13:54:42.858" v="2226" actId="164"/>
          <ac:picMkLst>
            <pc:docMk/>
            <pc:sldMk cId="1828008056" sldId="524"/>
            <ac:picMk id="30" creationId="{68B3FF7B-264F-41ED-ADA7-CE44F82FCAF1}"/>
          </ac:picMkLst>
        </pc:picChg>
        <pc:picChg chg="add mod">
          <ac:chgData name="阚东" userId="7039b3de-44eb-4b36-856a-06eff18bf7aa" providerId="ADAL" clId="{2A967772-2A56-4679-9D24-0194781F67DB}" dt="2024-09-18T13:54:42.858" v="2226" actId="164"/>
          <ac:picMkLst>
            <pc:docMk/>
            <pc:sldMk cId="1828008056" sldId="524"/>
            <ac:picMk id="32" creationId="{F824458E-A3F1-4947-86D8-0F9999AAC2DD}"/>
          </ac:picMkLst>
        </pc:picChg>
        <pc:picChg chg="add mod">
          <ac:chgData name="阚东" userId="7039b3de-44eb-4b36-856a-06eff18bf7aa" providerId="ADAL" clId="{2A967772-2A56-4679-9D24-0194781F67DB}" dt="2024-09-18T13:56:36.438" v="2273" actId="1036"/>
          <ac:picMkLst>
            <pc:docMk/>
            <pc:sldMk cId="1828008056" sldId="524"/>
            <ac:picMk id="34" creationId="{CB8F407B-5A9E-4C8F-984A-B0202955359F}"/>
          </ac:picMkLst>
        </pc:picChg>
        <pc:picChg chg="add mod modCrop">
          <ac:chgData name="阚东" userId="7039b3de-44eb-4b36-856a-06eff18bf7aa" providerId="ADAL" clId="{2A967772-2A56-4679-9D24-0194781F67DB}" dt="2024-09-18T13:59:10.353" v="2359" actId="1035"/>
          <ac:picMkLst>
            <pc:docMk/>
            <pc:sldMk cId="1828008056" sldId="524"/>
            <ac:picMk id="36" creationId="{5D73BECF-F5BF-453B-8945-4C390891715F}"/>
          </ac:picMkLst>
        </pc:picChg>
        <pc:picChg chg="mod">
          <ac:chgData name="阚东" userId="7039b3de-44eb-4b36-856a-06eff18bf7aa" providerId="ADAL" clId="{2A967772-2A56-4679-9D24-0194781F67DB}" dt="2024-09-18T14:05:55.160" v="2395"/>
          <ac:picMkLst>
            <pc:docMk/>
            <pc:sldMk cId="1828008056" sldId="524"/>
            <ac:picMk id="41" creationId="{A1ABE838-4D49-40D7-B1B0-F20B76DD5C52}"/>
          </ac:picMkLst>
        </pc:picChg>
        <pc:cxnChg chg="add del mod">
          <ac:chgData name="阚东" userId="7039b3de-44eb-4b36-856a-06eff18bf7aa" providerId="ADAL" clId="{2A967772-2A56-4679-9D24-0194781F67DB}" dt="2024-09-18T13:51:10.930" v="2037" actId="478"/>
          <ac:cxnSpMkLst>
            <pc:docMk/>
            <pc:sldMk cId="1828008056" sldId="524"/>
            <ac:cxnSpMk id="11" creationId="{EAF70E97-7778-4343-B3C2-0D90B0F68AE0}"/>
          </ac:cxnSpMkLst>
        </pc:cxnChg>
        <pc:cxnChg chg="add del mod">
          <ac:chgData name="阚东" userId="7039b3de-44eb-4b36-856a-06eff18bf7aa" providerId="ADAL" clId="{2A967772-2A56-4679-9D24-0194781F67DB}" dt="2024-09-18T13:42:45.419" v="1957" actId="478"/>
          <ac:cxnSpMkLst>
            <pc:docMk/>
            <pc:sldMk cId="1828008056" sldId="524"/>
            <ac:cxnSpMk id="15" creationId="{1E4203C1-DB7F-4CDC-86FA-77D3B3AFC139}"/>
          </ac:cxnSpMkLst>
        </pc:cxnChg>
        <pc:cxnChg chg="add mod">
          <ac:chgData name="阚东" userId="7039b3de-44eb-4b36-856a-06eff18bf7aa" providerId="ADAL" clId="{2A967772-2A56-4679-9D24-0194781F67DB}" dt="2024-09-18T13:52:26.644" v="2176" actId="1036"/>
          <ac:cxnSpMkLst>
            <pc:docMk/>
            <pc:sldMk cId="1828008056" sldId="524"/>
            <ac:cxnSpMk id="19" creationId="{31907098-F796-4312-B32C-60BA9041DFE4}"/>
          </ac:cxnSpMkLst>
        </pc:cxnChg>
      </pc:sldChg>
      <pc:sldChg chg="addSp delSp modSp add mod modNotesTx">
        <pc:chgData name="阚东" userId="7039b3de-44eb-4b36-856a-06eff18bf7aa" providerId="ADAL" clId="{2A967772-2A56-4679-9D24-0194781F67DB}" dt="2024-09-19T08:55:08.234" v="5406" actId="113"/>
        <pc:sldMkLst>
          <pc:docMk/>
          <pc:sldMk cId="1781093986" sldId="525"/>
        </pc:sldMkLst>
        <pc:spChg chg="mod">
          <ac:chgData name="阚东" userId="7039b3de-44eb-4b36-856a-06eff18bf7aa" providerId="ADAL" clId="{2A967772-2A56-4679-9D24-0194781F67DB}" dt="2024-09-18T14:20:02.742" v="2581"/>
          <ac:spMkLst>
            <pc:docMk/>
            <pc:sldMk cId="1781093986" sldId="525"/>
            <ac:spMk id="3" creationId="{00000000-0000-0000-0000-000000000000}"/>
          </ac:spMkLst>
        </pc:spChg>
        <pc:spChg chg="del">
          <ac:chgData name="阚东" userId="7039b3de-44eb-4b36-856a-06eff18bf7aa" providerId="ADAL" clId="{2A967772-2A56-4679-9D24-0194781F67DB}" dt="2024-09-18T14:03:23.008" v="2367" actId="478"/>
          <ac:spMkLst>
            <pc:docMk/>
            <pc:sldMk cId="1781093986" sldId="525"/>
            <ac:spMk id="7" creationId="{7CD9CF27-E25B-4970-8FB3-EABC9AE11F2C}"/>
          </ac:spMkLst>
        </pc:spChg>
        <pc:spChg chg="del">
          <ac:chgData name="阚东" userId="7039b3de-44eb-4b36-856a-06eff18bf7aa" providerId="ADAL" clId="{2A967772-2A56-4679-9D24-0194781F67DB}" dt="2024-09-18T14:03:18.538" v="2364" actId="478"/>
          <ac:spMkLst>
            <pc:docMk/>
            <pc:sldMk cId="1781093986" sldId="525"/>
            <ac:spMk id="14" creationId="{D60FA2F1-BF6E-4A5C-A4DB-364F099B68F2}"/>
          </ac:spMkLst>
        </pc:spChg>
        <pc:spChg chg="del">
          <ac:chgData name="阚东" userId="7039b3de-44eb-4b36-856a-06eff18bf7aa" providerId="ADAL" clId="{2A967772-2A56-4679-9D24-0194781F67DB}" dt="2024-09-18T14:03:19.457" v="2365" actId="478"/>
          <ac:spMkLst>
            <pc:docMk/>
            <pc:sldMk cId="1781093986" sldId="525"/>
            <ac:spMk id="17" creationId="{BC5714F0-7CC5-45EF-ACCF-772E19272FCF}"/>
          </ac:spMkLst>
        </pc:spChg>
        <pc:spChg chg="del">
          <ac:chgData name="阚东" userId="7039b3de-44eb-4b36-856a-06eff18bf7aa" providerId="ADAL" clId="{2A967772-2A56-4679-9D24-0194781F67DB}" dt="2024-09-18T14:03:18.538" v="2364" actId="478"/>
          <ac:spMkLst>
            <pc:docMk/>
            <pc:sldMk cId="1781093986" sldId="525"/>
            <ac:spMk id="18" creationId="{CE9A709B-50B6-4CCB-9F73-EFC4099A57C9}"/>
          </ac:spMkLst>
        </pc:spChg>
        <pc:spChg chg="del">
          <ac:chgData name="阚东" userId="7039b3de-44eb-4b36-856a-06eff18bf7aa" providerId="ADAL" clId="{2A967772-2A56-4679-9D24-0194781F67DB}" dt="2024-09-18T14:03:18.538" v="2364" actId="478"/>
          <ac:spMkLst>
            <pc:docMk/>
            <pc:sldMk cId="1781093986" sldId="525"/>
            <ac:spMk id="20" creationId="{B525BAB7-9E89-4D8B-BCEB-A18F5B549449}"/>
          </ac:spMkLst>
        </pc:spChg>
        <pc:spChg chg="del">
          <ac:chgData name="阚东" userId="7039b3de-44eb-4b36-856a-06eff18bf7aa" providerId="ADAL" clId="{2A967772-2A56-4679-9D24-0194781F67DB}" dt="2024-09-18T14:03:18.538" v="2364" actId="478"/>
          <ac:spMkLst>
            <pc:docMk/>
            <pc:sldMk cId="1781093986" sldId="525"/>
            <ac:spMk id="21" creationId="{7024CC39-4D8F-4C2F-ABA4-1B59B0CA7DA1}"/>
          </ac:spMkLst>
        </pc:spChg>
        <pc:spChg chg="del">
          <ac:chgData name="阚东" userId="7039b3de-44eb-4b36-856a-06eff18bf7aa" providerId="ADAL" clId="{2A967772-2A56-4679-9D24-0194781F67DB}" dt="2024-09-18T14:03:18.538" v="2364" actId="478"/>
          <ac:spMkLst>
            <pc:docMk/>
            <pc:sldMk cId="1781093986" sldId="525"/>
            <ac:spMk id="22" creationId="{B104CC89-7D75-498D-B02E-19097B98FCA2}"/>
          </ac:spMkLst>
        </pc:spChg>
        <pc:spChg chg="add del mod">
          <ac:chgData name="阚东" userId="7039b3de-44eb-4b36-856a-06eff18bf7aa" providerId="ADAL" clId="{2A967772-2A56-4679-9D24-0194781F67DB}" dt="2024-09-18T14:24:54.657" v="2591" actId="478"/>
          <ac:spMkLst>
            <pc:docMk/>
            <pc:sldMk cId="1781093986" sldId="525"/>
            <ac:spMk id="27" creationId="{7CC88459-39AB-4C3B-BEEA-4EA76F3146B1}"/>
          </ac:spMkLst>
        </pc:spChg>
        <pc:spChg chg="add mod">
          <ac:chgData name="阚东" userId="7039b3de-44eb-4b36-856a-06eff18bf7aa" providerId="ADAL" clId="{2A967772-2A56-4679-9D24-0194781F67DB}" dt="2024-09-18T14:32:50.547" v="2743" actId="1035"/>
          <ac:spMkLst>
            <pc:docMk/>
            <pc:sldMk cId="1781093986" sldId="525"/>
            <ac:spMk id="31" creationId="{614309D2-87A5-4284-B1E3-F7A20FA3A0A5}"/>
          </ac:spMkLst>
        </pc:spChg>
        <pc:spChg chg="add mod">
          <ac:chgData name="阚东" userId="7039b3de-44eb-4b36-856a-06eff18bf7aa" providerId="ADAL" clId="{2A967772-2A56-4679-9D24-0194781F67DB}" dt="2024-09-18T14:27:36.580" v="2659" actId="1036"/>
          <ac:spMkLst>
            <pc:docMk/>
            <pc:sldMk cId="1781093986" sldId="525"/>
            <ac:spMk id="33" creationId="{2CF8094D-9D2E-437F-934E-4784C45A560D}"/>
          </ac:spMkLst>
        </pc:spChg>
        <pc:spChg chg="add mod">
          <ac:chgData name="阚东" userId="7039b3de-44eb-4b36-856a-06eff18bf7aa" providerId="ADAL" clId="{2A967772-2A56-4679-9D24-0194781F67DB}" dt="2024-09-18T14:32:50.547" v="2743" actId="1035"/>
          <ac:spMkLst>
            <pc:docMk/>
            <pc:sldMk cId="1781093986" sldId="525"/>
            <ac:spMk id="35" creationId="{3891B1A2-CE5B-40D9-A45C-FBA01B193143}"/>
          </ac:spMkLst>
        </pc:spChg>
        <pc:spChg chg="add mod">
          <ac:chgData name="阚东" userId="7039b3de-44eb-4b36-856a-06eff18bf7aa" providerId="ADAL" clId="{2A967772-2A56-4679-9D24-0194781F67DB}" dt="2024-09-18T14:35:19.601" v="2761" actId="20577"/>
          <ac:spMkLst>
            <pc:docMk/>
            <pc:sldMk cId="1781093986" sldId="525"/>
            <ac:spMk id="38" creationId="{2FBF12B7-7AA6-4218-B7E5-1B195875B761}"/>
          </ac:spMkLst>
        </pc:spChg>
        <pc:spChg chg="del">
          <ac:chgData name="阚东" userId="7039b3de-44eb-4b36-856a-06eff18bf7aa" providerId="ADAL" clId="{2A967772-2A56-4679-9D24-0194781F67DB}" dt="2024-09-18T14:03:21.275" v="2366" actId="478"/>
          <ac:spMkLst>
            <pc:docMk/>
            <pc:sldMk cId="1781093986" sldId="525"/>
            <ac:spMk id="39" creationId="{6301511C-6A62-4FA3-B498-987B7BF6602E}"/>
          </ac:spMkLst>
        </pc:spChg>
        <pc:grpChg chg="add mod">
          <ac:chgData name="阚东" userId="7039b3de-44eb-4b36-856a-06eff18bf7aa" providerId="ADAL" clId="{2A967772-2A56-4679-9D24-0194781F67DB}" dt="2024-09-18T14:36:35.311" v="2814" actId="164"/>
          <ac:grpSpMkLst>
            <pc:docMk/>
            <pc:sldMk cId="1781093986" sldId="525"/>
            <ac:grpSpMk id="13" creationId="{40DBA437-081E-4291-AF82-C7C9BD1757E1}"/>
          </ac:grpSpMkLst>
        </pc:grpChg>
        <pc:grpChg chg="del">
          <ac:chgData name="阚东" userId="7039b3de-44eb-4b36-856a-06eff18bf7aa" providerId="ADAL" clId="{2A967772-2A56-4679-9D24-0194781F67DB}" dt="2024-09-18T14:03:18.538" v="2364" actId="478"/>
          <ac:grpSpMkLst>
            <pc:docMk/>
            <pc:sldMk cId="1781093986" sldId="525"/>
            <ac:grpSpMk id="37" creationId="{C57F3686-D9AF-484C-B3B1-B58D47A9327E}"/>
          </ac:grpSpMkLst>
        </pc:grpChg>
        <pc:picChg chg="mod modCrop">
          <ac:chgData name="阚东" userId="7039b3de-44eb-4b36-856a-06eff18bf7aa" providerId="ADAL" clId="{2A967772-2A56-4679-9D24-0194781F67DB}" dt="2024-09-18T14:33:56.289" v="2755" actId="14100"/>
          <ac:picMkLst>
            <pc:docMk/>
            <pc:sldMk cId="1781093986" sldId="525"/>
            <ac:picMk id="6" creationId="{963E5DBA-084D-45AF-8BBA-2DCA983D8CE5}"/>
          </ac:picMkLst>
        </pc:picChg>
        <pc:picChg chg="del">
          <ac:chgData name="阚东" userId="7039b3de-44eb-4b36-856a-06eff18bf7aa" providerId="ADAL" clId="{2A967772-2A56-4679-9D24-0194781F67DB}" dt="2024-09-18T14:03:18.538" v="2364" actId="478"/>
          <ac:picMkLst>
            <pc:docMk/>
            <pc:sldMk cId="1781093986" sldId="525"/>
            <ac:picMk id="8" creationId="{EE4C5D88-AC4A-4A4A-AEFD-98B28DFCDD3E}"/>
          </ac:picMkLst>
        </pc:picChg>
        <pc:picChg chg="del">
          <ac:chgData name="阚东" userId="7039b3de-44eb-4b36-856a-06eff18bf7aa" providerId="ADAL" clId="{2A967772-2A56-4679-9D24-0194781F67DB}" dt="2024-09-18T14:03:18.538" v="2364" actId="478"/>
          <ac:picMkLst>
            <pc:docMk/>
            <pc:sldMk cId="1781093986" sldId="525"/>
            <ac:picMk id="10" creationId="{E8C13319-9C80-4D57-9C79-9BD9E1CE584D}"/>
          </ac:picMkLst>
        </pc:picChg>
        <pc:picChg chg="add mod">
          <ac:chgData name="阚东" userId="7039b3de-44eb-4b36-856a-06eff18bf7aa" providerId="ADAL" clId="{2A967772-2A56-4679-9D24-0194781F67DB}" dt="2024-09-18T14:35:31.953" v="2807" actId="1035"/>
          <ac:picMkLst>
            <pc:docMk/>
            <pc:sldMk cId="1781093986" sldId="525"/>
            <ac:picMk id="11" creationId="{FF849CED-A8C8-476E-B256-642C4420898E}"/>
          </ac:picMkLst>
        </pc:picChg>
        <pc:picChg chg="del">
          <ac:chgData name="阚东" userId="7039b3de-44eb-4b36-856a-06eff18bf7aa" providerId="ADAL" clId="{2A967772-2A56-4679-9D24-0194781F67DB}" dt="2024-09-18T14:03:18.538" v="2364" actId="478"/>
          <ac:picMkLst>
            <pc:docMk/>
            <pc:sldMk cId="1781093986" sldId="525"/>
            <ac:picMk id="24" creationId="{A3912C03-B111-4E16-BD1D-5E1A900AEDF4}"/>
          </ac:picMkLst>
        </pc:picChg>
        <pc:picChg chg="add mod modCrop">
          <ac:chgData name="阚东" userId="7039b3de-44eb-4b36-856a-06eff18bf7aa" providerId="ADAL" clId="{2A967772-2A56-4679-9D24-0194781F67DB}" dt="2024-09-18T14:36:35.311" v="2814" actId="164"/>
          <ac:picMkLst>
            <pc:docMk/>
            <pc:sldMk cId="1781093986" sldId="525"/>
            <ac:picMk id="25" creationId="{4F30C571-9777-4319-9EC9-BD3A8EF4B618}"/>
          </ac:picMkLst>
        </pc:picChg>
        <pc:picChg chg="del">
          <ac:chgData name="阚东" userId="7039b3de-44eb-4b36-856a-06eff18bf7aa" providerId="ADAL" clId="{2A967772-2A56-4679-9D24-0194781F67DB}" dt="2024-09-18T14:03:18.538" v="2364" actId="478"/>
          <ac:picMkLst>
            <pc:docMk/>
            <pc:sldMk cId="1781093986" sldId="525"/>
            <ac:picMk id="26" creationId="{1B55BCF5-3D70-4360-99BB-1A87D93B322D}"/>
          </ac:picMkLst>
        </pc:picChg>
        <pc:picChg chg="del">
          <ac:chgData name="阚东" userId="7039b3de-44eb-4b36-856a-06eff18bf7aa" providerId="ADAL" clId="{2A967772-2A56-4679-9D24-0194781F67DB}" dt="2024-09-18T14:03:18.538" v="2364" actId="478"/>
          <ac:picMkLst>
            <pc:docMk/>
            <pc:sldMk cId="1781093986" sldId="525"/>
            <ac:picMk id="28" creationId="{6BC4052B-CA5F-4CD5-856E-1D706EB31D2E}"/>
          </ac:picMkLst>
        </pc:picChg>
        <pc:picChg chg="del">
          <ac:chgData name="阚东" userId="7039b3de-44eb-4b36-856a-06eff18bf7aa" providerId="ADAL" clId="{2A967772-2A56-4679-9D24-0194781F67DB}" dt="2024-09-18T14:03:18.538" v="2364" actId="478"/>
          <ac:picMkLst>
            <pc:docMk/>
            <pc:sldMk cId="1781093986" sldId="525"/>
            <ac:picMk id="34" creationId="{CB8F407B-5A9E-4C8F-984A-B0202955359F}"/>
          </ac:picMkLst>
        </pc:picChg>
        <pc:picChg chg="del">
          <ac:chgData name="阚东" userId="7039b3de-44eb-4b36-856a-06eff18bf7aa" providerId="ADAL" clId="{2A967772-2A56-4679-9D24-0194781F67DB}" dt="2024-09-18T14:03:18.538" v="2364" actId="478"/>
          <ac:picMkLst>
            <pc:docMk/>
            <pc:sldMk cId="1781093986" sldId="525"/>
            <ac:picMk id="36" creationId="{5D73BECF-F5BF-453B-8945-4C390891715F}"/>
          </ac:picMkLst>
        </pc:picChg>
        <pc:cxnChg chg="del">
          <ac:chgData name="阚东" userId="7039b3de-44eb-4b36-856a-06eff18bf7aa" providerId="ADAL" clId="{2A967772-2A56-4679-9D24-0194781F67DB}" dt="2024-09-18T14:03:18.538" v="2364" actId="478"/>
          <ac:cxnSpMkLst>
            <pc:docMk/>
            <pc:sldMk cId="1781093986" sldId="525"/>
            <ac:cxnSpMk id="19" creationId="{31907098-F796-4312-B32C-60BA9041DFE4}"/>
          </ac:cxnSpMkLst>
        </pc:cxnChg>
        <pc:cxnChg chg="add mod">
          <ac:chgData name="阚东" userId="7039b3de-44eb-4b36-856a-06eff18bf7aa" providerId="ADAL" clId="{2A967772-2A56-4679-9D24-0194781F67DB}" dt="2024-09-18T14:36:35.311" v="2814" actId="164"/>
          <ac:cxnSpMkLst>
            <pc:docMk/>
            <pc:sldMk cId="1781093986" sldId="525"/>
            <ac:cxnSpMk id="29" creationId="{5F052AE9-D204-49C9-95CB-B1EE7482A896}"/>
          </ac:cxnSpMkLst>
        </pc:cxnChg>
      </pc:sldChg>
      <pc:sldChg chg="addSp delSp modSp add mod modAnim modNotesTx">
        <pc:chgData name="阚东" userId="7039b3de-44eb-4b36-856a-06eff18bf7aa" providerId="ADAL" clId="{2A967772-2A56-4679-9D24-0194781F67DB}" dt="2024-09-19T08:28:28.412" v="5105" actId="20577"/>
        <pc:sldMkLst>
          <pc:docMk/>
          <pc:sldMk cId="285335721" sldId="526"/>
        </pc:sldMkLst>
        <pc:spChg chg="mod">
          <ac:chgData name="阚东" userId="7039b3de-44eb-4b36-856a-06eff18bf7aa" providerId="ADAL" clId="{2A967772-2A56-4679-9D24-0194781F67DB}" dt="2024-09-18T14:05:26.179" v="2392" actId="20577"/>
          <ac:spMkLst>
            <pc:docMk/>
            <pc:sldMk cId="285335721" sldId="526"/>
            <ac:spMk id="3" creationId="{00000000-0000-0000-0000-000000000000}"/>
          </ac:spMkLst>
        </pc:spChg>
        <pc:spChg chg="del">
          <ac:chgData name="阚东" userId="7039b3de-44eb-4b36-856a-06eff18bf7aa" providerId="ADAL" clId="{2A967772-2A56-4679-9D24-0194781F67DB}" dt="2024-09-18T14:06:51.873" v="2398" actId="478"/>
          <ac:spMkLst>
            <pc:docMk/>
            <pc:sldMk cId="285335721" sldId="526"/>
            <ac:spMk id="7" creationId="{7CD9CF27-E25B-4970-8FB3-EABC9AE11F2C}"/>
          </ac:spMkLst>
        </pc:spChg>
        <pc:spChg chg="del">
          <ac:chgData name="阚东" userId="7039b3de-44eb-4b36-856a-06eff18bf7aa" providerId="ADAL" clId="{2A967772-2A56-4679-9D24-0194781F67DB}" dt="2024-09-18T14:05:52.187" v="2393" actId="478"/>
          <ac:spMkLst>
            <pc:docMk/>
            <pc:sldMk cId="285335721" sldId="526"/>
            <ac:spMk id="14" creationId="{D60FA2F1-BF6E-4A5C-A4DB-364F099B68F2}"/>
          </ac:spMkLst>
        </pc:spChg>
        <pc:spChg chg="del">
          <ac:chgData name="阚东" userId="7039b3de-44eb-4b36-856a-06eff18bf7aa" providerId="ADAL" clId="{2A967772-2A56-4679-9D24-0194781F67DB}" dt="2024-09-18T14:05:52.187" v="2393" actId="478"/>
          <ac:spMkLst>
            <pc:docMk/>
            <pc:sldMk cId="285335721" sldId="526"/>
            <ac:spMk id="17" creationId="{BC5714F0-7CC5-45EF-ACCF-772E19272FCF}"/>
          </ac:spMkLst>
        </pc:spChg>
        <pc:spChg chg="del">
          <ac:chgData name="阚东" userId="7039b3de-44eb-4b36-856a-06eff18bf7aa" providerId="ADAL" clId="{2A967772-2A56-4679-9D24-0194781F67DB}" dt="2024-09-18T14:05:52.187" v="2393" actId="478"/>
          <ac:spMkLst>
            <pc:docMk/>
            <pc:sldMk cId="285335721" sldId="526"/>
            <ac:spMk id="18" creationId="{CE9A709B-50B6-4CCB-9F73-EFC4099A57C9}"/>
          </ac:spMkLst>
        </pc:spChg>
        <pc:spChg chg="del">
          <ac:chgData name="阚东" userId="7039b3de-44eb-4b36-856a-06eff18bf7aa" providerId="ADAL" clId="{2A967772-2A56-4679-9D24-0194781F67DB}" dt="2024-09-18T14:05:52.187" v="2393" actId="478"/>
          <ac:spMkLst>
            <pc:docMk/>
            <pc:sldMk cId="285335721" sldId="526"/>
            <ac:spMk id="20" creationId="{B525BAB7-9E89-4D8B-BCEB-A18F5B549449}"/>
          </ac:spMkLst>
        </pc:spChg>
        <pc:spChg chg="del">
          <ac:chgData name="阚东" userId="7039b3de-44eb-4b36-856a-06eff18bf7aa" providerId="ADAL" clId="{2A967772-2A56-4679-9D24-0194781F67DB}" dt="2024-09-18T14:05:52.187" v="2393" actId="478"/>
          <ac:spMkLst>
            <pc:docMk/>
            <pc:sldMk cId="285335721" sldId="526"/>
            <ac:spMk id="21" creationId="{7024CC39-4D8F-4C2F-ABA4-1B59B0CA7DA1}"/>
          </ac:spMkLst>
        </pc:spChg>
        <pc:spChg chg="del">
          <ac:chgData name="阚东" userId="7039b3de-44eb-4b36-856a-06eff18bf7aa" providerId="ADAL" clId="{2A967772-2A56-4679-9D24-0194781F67DB}" dt="2024-09-18T14:05:52.187" v="2393" actId="478"/>
          <ac:spMkLst>
            <pc:docMk/>
            <pc:sldMk cId="285335721" sldId="526"/>
            <ac:spMk id="22" creationId="{B104CC89-7D75-498D-B02E-19097B98FCA2}"/>
          </ac:spMkLst>
        </pc:spChg>
        <pc:spChg chg="mod">
          <ac:chgData name="阚东" userId="7039b3de-44eb-4b36-856a-06eff18bf7aa" providerId="ADAL" clId="{2A967772-2A56-4679-9D24-0194781F67DB}" dt="2024-09-18T14:05:53.127" v="2394"/>
          <ac:spMkLst>
            <pc:docMk/>
            <pc:sldMk cId="285335721" sldId="526"/>
            <ac:spMk id="29" creationId="{9DD83065-5EAB-488F-A8A5-57EAD511ACFA}"/>
          </ac:spMkLst>
        </pc:spChg>
        <pc:spChg chg="add mod">
          <ac:chgData name="阚东" userId="7039b3de-44eb-4b36-856a-06eff18bf7aa" providerId="ADAL" clId="{2A967772-2A56-4679-9D24-0194781F67DB}" dt="2024-09-18T14:19:22.411" v="2578" actId="1036"/>
          <ac:spMkLst>
            <pc:docMk/>
            <pc:sldMk cId="285335721" sldId="526"/>
            <ac:spMk id="31" creationId="{E85D782B-EF24-47F5-9177-F517227B550E}"/>
          </ac:spMkLst>
        </pc:spChg>
        <pc:spChg chg="add mod">
          <ac:chgData name="阚东" userId="7039b3de-44eb-4b36-856a-06eff18bf7aa" providerId="ADAL" clId="{2A967772-2A56-4679-9D24-0194781F67DB}" dt="2024-09-18T14:14:03.150" v="2517" actId="1076"/>
          <ac:spMkLst>
            <pc:docMk/>
            <pc:sldMk cId="285335721" sldId="526"/>
            <ac:spMk id="35" creationId="{60336B96-303D-44B9-8AD8-C30D04BFA2CB}"/>
          </ac:spMkLst>
        </pc:spChg>
        <pc:spChg chg="add mod">
          <ac:chgData name="阚东" userId="7039b3de-44eb-4b36-856a-06eff18bf7aa" providerId="ADAL" clId="{2A967772-2A56-4679-9D24-0194781F67DB}" dt="2024-09-18T14:19:29.422" v="2580" actId="20577"/>
          <ac:spMkLst>
            <pc:docMk/>
            <pc:sldMk cId="285335721" sldId="526"/>
            <ac:spMk id="38" creationId="{58D93E28-27D8-4193-8692-ECBCA391AFFB}"/>
          </ac:spMkLst>
        </pc:spChg>
        <pc:spChg chg="del">
          <ac:chgData name="阚东" userId="7039b3de-44eb-4b36-856a-06eff18bf7aa" providerId="ADAL" clId="{2A967772-2A56-4679-9D24-0194781F67DB}" dt="2024-09-18T14:05:52.187" v="2393" actId="478"/>
          <ac:spMkLst>
            <pc:docMk/>
            <pc:sldMk cId="285335721" sldId="526"/>
            <ac:spMk id="39" creationId="{6301511C-6A62-4FA3-B498-987B7BF6602E}"/>
          </ac:spMkLst>
        </pc:spChg>
        <pc:grpChg chg="add mod">
          <ac:chgData name="阚东" userId="7039b3de-44eb-4b36-856a-06eff18bf7aa" providerId="ADAL" clId="{2A967772-2A56-4679-9D24-0194781F67DB}" dt="2024-09-18T14:05:53.127" v="2394"/>
          <ac:grpSpMkLst>
            <pc:docMk/>
            <pc:sldMk cId="285335721" sldId="526"/>
            <ac:grpSpMk id="25" creationId="{567459BF-8803-4237-AA0F-EC07DFF4B119}"/>
          </ac:grpSpMkLst>
        </pc:grpChg>
        <pc:grpChg chg="del">
          <ac:chgData name="阚东" userId="7039b3de-44eb-4b36-856a-06eff18bf7aa" providerId="ADAL" clId="{2A967772-2A56-4679-9D24-0194781F67DB}" dt="2024-09-18T14:05:52.187" v="2393" actId="478"/>
          <ac:grpSpMkLst>
            <pc:docMk/>
            <pc:sldMk cId="285335721" sldId="526"/>
            <ac:grpSpMk id="37" creationId="{C57F3686-D9AF-484C-B3B1-B58D47A9327E}"/>
          </ac:grpSpMkLst>
        </pc:grpChg>
        <pc:picChg chg="del mod">
          <ac:chgData name="阚东" userId="7039b3de-44eb-4b36-856a-06eff18bf7aa" providerId="ADAL" clId="{2A967772-2A56-4679-9D24-0194781F67DB}" dt="2024-09-18T14:07:59.273" v="2417" actId="478"/>
          <ac:picMkLst>
            <pc:docMk/>
            <pc:sldMk cId="285335721" sldId="526"/>
            <ac:picMk id="6" creationId="{963E5DBA-084D-45AF-8BBA-2DCA983D8CE5}"/>
          </ac:picMkLst>
        </pc:picChg>
        <pc:picChg chg="del">
          <ac:chgData name="阚东" userId="7039b3de-44eb-4b36-856a-06eff18bf7aa" providerId="ADAL" clId="{2A967772-2A56-4679-9D24-0194781F67DB}" dt="2024-09-18T14:05:52.187" v="2393" actId="478"/>
          <ac:picMkLst>
            <pc:docMk/>
            <pc:sldMk cId="285335721" sldId="526"/>
            <ac:picMk id="8" creationId="{EE4C5D88-AC4A-4A4A-AEFD-98B28DFCDD3E}"/>
          </ac:picMkLst>
        </pc:picChg>
        <pc:picChg chg="add mod">
          <ac:chgData name="阚东" userId="7039b3de-44eb-4b36-856a-06eff18bf7aa" providerId="ADAL" clId="{2A967772-2A56-4679-9D24-0194781F67DB}" dt="2024-09-18T14:19:22.411" v="2578" actId="1036"/>
          <ac:picMkLst>
            <pc:docMk/>
            <pc:sldMk cId="285335721" sldId="526"/>
            <ac:picMk id="9" creationId="{5E9FA446-6F69-401E-959C-07F7C7283526}"/>
          </ac:picMkLst>
        </pc:picChg>
        <pc:picChg chg="del">
          <ac:chgData name="阚东" userId="7039b3de-44eb-4b36-856a-06eff18bf7aa" providerId="ADAL" clId="{2A967772-2A56-4679-9D24-0194781F67DB}" dt="2024-09-18T14:05:52.187" v="2393" actId="478"/>
          <ac:picMkLst>
            <pc:docMk/>
            <pc:sldMk cId="285335721" sldId="526"/>
            <ac:picMk id="10" creationId="{E8C13319-9C80-4D57-9C79-9BD9E1CE584D}"/>
          </ac:picMkLst>
        </pc:picChg>
        <pc:picChg chg="del">
          <ac:chgData name="阚东" userId="7039b3de-44eb-4b36-856a-06eff18bf7aa" providerId="ADAL" clId="{2A967772-2A56-4679-9D24-0194781F67DB}" dt="2024-09-18T14:05:52.187" v="2393" actId="478"/>
          <ac:picMkLst>
            <pc:docMk/>
            <pc:sldMk cId="285335721" sldId="526"/>
            <ac:picMk id="24" creationId="{A3912C03-B111-4E16-BD1D-5E1A900AEDF4}"/>
          </ac:picMkLst>
        </pc:picChg>
        <pc:picChg chg="del">
          <ac:chgData name="阚东" userId="7039b3de-44eb-4b36-856a-06eff18bf7aa" providerId="ADAL" clId="{2A967772-2A56-4679-9D24-0194781F67DB}" dt="2024-09-18T14:05:52.187" v="2393" actId="478"/>
          <ac:picMkLst>
            <pc:docMk/>
            <pc:sldMk cId="285335721" sldId="526"/>
            <ac:picMk id="26" creationId="{1B55BCF5-3D70-4360-99BB-1A87D93B322D}"/>
          </ac:picMkLst>
        </pc:picChg>
        <pc:picChg chg="mod">
          <ac:chgData name="阚东" userId="7039b3de-44eb-4b36-856a-06eff18bf7aa" providerId="ADAL" clId="{2A967772-2A56-4679-9D24-0194781F67DB}" dt="2024-09-18T14:05:53.127" v="2394"/>
          <ac:picMkLst>
            <pc:docMk/>
            <pc:sldMk cId="285335721" sldId="526"/>
            <ac:picMk id="27" creationId="{AF0AF548-0560-4259-9010-788592CB6661}"/>
          </ac:picMkLst>
        </pc:picChg>
        <pc:picChg chg="del">
          <ac:chgData name="阚东" userId="7039b3de-44eb-4b36-856a-06eff18bf7aa" providerId="ADAL" clId="{2A967772-2A56-4679-9D24-0194781F67DB}" dt="2024-09-18T14:05:52.187" v="2393" actId="478"/>
          <ac:picMkLst>
            <pc:docMk/>
            <pc:sldMk cId="285335721" sldId="526"/>
            <ac:picMk id="28" creationId="{6BC4052B-CA5F-4CD5-856E-1D706EB31D2E}"/>
          </ac:picMkLst>
        </pc:picChg>
        <pc:picChg chg="add mod">
          <ac:chgData name="阚东" userId="7039b3de-44eb-4b36-856a-06eff18bf7aa" providerId="ADAL" clId="{2A967772-2A56-4679-9D24-0194781F67DB}" dt="2024-09-18T14:19:17.625" v="2559" actId="1076"/>
          <ac:picMkLst>
            <pc:docMk/>
            <pc:sldMk cId="285335721" sldId="526"/>
            <ac:picMk id="33" creationId="{9266AF8B-650A-4E07-9AF5-52E1843DD265}"/>
          </ac:picMkLst>
        </pc:picChg>
        <pc:picChg chg="del">
          <ac:chgData name="阚东" userId="7039b3de-44eb-4b36-856a-06eff18bf7aa" providerId="ADAL" clId="{2A967772-2A56-4679-9D24-0194781F67DB}" dt="2024-09-18T14:05:52.187" v="2393" actId="478"/>
          <ac:picMkLst>
            <pc:docMk/>
            <pc:sldMk cId="285335721" sldId="526"/>
            <ac:picMk id="34" creationId="{CB8F407B-5A9E-4C8F-984A-B0202955359F}"/>
          </ac:picMkLst>
        </pc:picChg>
        <pc:picChg chg="del">
          <ac:chgData name="阚东" userId="7039b3de-44eb-4b36-856a-06eff18bf7aa" providerId="ADAL" clId="{2A967772-2A56-4679-9D24-0194781F67DB}" dt="2024-09-18T14:05:52.187" v="2393" actId="478"/>
          <ac:picMkLst>
            <pc:docMk/>
            <pc:sldMk cId="285335721" sldId="526"/>
            <ac:picMk id="36" creationId="{5D73BECF-F5BF-453B-8945-4C390891715F}"/>
          </ac:picMkLst>
        </pc:picChg>
        <pc:cxnChg chg="del">
          <ac:chgData name="阚东" userId="7039b3de-44eb-4b36-856a-06eff18bf7aa" providerId="ADAL" clId="{2A967772-2A56-4679-9D24-0194781F67DB}" dt="2024-09-18T14:05:52.187" v="2393" actId="478"/>
          <ac:cxnSpMkLst>
            <pc:docMk/>
            <pc:sldMk cId="285335721" sldId="526"/>
            <ac:cxnSpMk id="19" creationId="{31907098-F796-4312-B32C-60BA9041DFE4}"/>
          </ac:cxnSpMkLst>
        </pc:cxnChg>
      </pc:sldChg>
      <pc:sldChg chg="addSp delSp modSp add mod modAnim modNotesTx">
        <pc:chgData name="阚东" userId="7039b3de-44eb-4b36-856a-06eff18bf7aa" providerId="ADAL" clId="{2A967772-2A56-4679-9D24-0194781F67DB}" dt="2024-09-19T08:55:21.627" v="5407" actId="113"/>
        <pc:sldMkLst>
          <pc:docMk/>
          <pc:sldMk cId="3635781430" sldId="527"/>
        </pc:sldMkLst>
        <pc:spChg chg="mod">
          <ac:chgData name="阚东" userId="7039b3de-44eb-4b36-856a-06eff18bf7aa" providerId="ADAL" clId="{2A967772-2A56-4679-9D24-0194781F67DB}" dt="2024-09-18T14:35:56.379" v="2810"/>
          <ac:spMkLst>
            <pc:docMk/>
            <pc:sldMk cId="3635781430" sldId="527"/>
            <ac:spMk id="3" creationId="{00000000-0000-0000-0000-000000000000}"/>
          </ac:spMkLst>
        </pc:spChg>
        <pc:spChg chg="add mod">
          <ac:chgData name="阚东" userId="7039b3de-44eb-4b36-856a-06eff18bf7aa" providerId="ADAL" clId="{2A967772-2A56-4679-9D24-0194781F67DB}" dt="2024-09-18T14:41:35.620" v="2834" actId="1076"/>
          <ac:spMkLst>
            <pc:docMk/>
            <pc:sldMk cId="3635781430" sldId="527"/>
            <ac:spMk id="14" creationId="{0C5A2E45-1C49-4F10-9A44-4EE1314BB62B}"/>
          </ac:spMkLst>
        </pc:spChg>
        <pc:spChg chg="add mod">
          <ac:chgData name="阚东" userId="7039b3de-44eb-4b36-856a-06eff18bf7aa" providerId="ADAL" clId="{2A967772-2A56-4679-9D24-0194781F67DB}" dt="2024-09-18T14:42:10.691" v="2848" actId="1038"/>
          <ac:spMkLst>
            <pc:docMk/>
            <pc:sldMk cId="3635781430" sldId="527"/>
            <ac:spMk id="15" creationId="{C779F732-80CF-4990-BFB7-2CE8A6FCF58B}"/>
          </ac:spMkLst>
        </pc:spChg>
        <pc:spChg chg="del">
          <ac:chgData name="阚东" userId="7039b3de-44eb-4b36-856a-06eff18bf7aa" providerId="ADAL" clId="{2A967772-2A56-4679-9D24-0194781F67DB}" dt="2024-09-18T14:35:45.743" v="2809" actId="478"/>
          <ac:spMkLst>
            <pc:docMk/>
            <pc:sldMk cId="3635781430" sldId="527"/>
            <ac:spMk id="31" creationId="{614309D2-87A5-4284-B1E3-F7A20FA3A0A5}"/>
          </ac:spMkLst>
        </pc:spChg>
        <pc:spChg chg="del">
          <ac:chgData name="阚东" userId="7039b3de-44eb-4b36-856a-06eff18bf7aa" providerId="ADAL" clId="{2A967772-2A56-4679-9D24-0194781F67DB}" dt="2024-09-18T14:35:45.743" v="2809" actId="478"/>
          <ac:spMkLst>
            <pc:docMk/>
            <pc:sldMk cId="3635781430" sldId="527"/>
            <ac:spMk id="33" creationId="{2CF8094D-9D2E-437F-934E-4784C45A560D}"/>
          </ac:spMkLst>
        </pc:spChg>
        <pc:spChg chg="del">
          <ac:chgData name="阚东" userId="7039b3de-44eb-4b36-856a-06eff18bf7aa" providerId="ADAL" clId="{2A967772-2A56-4679-9D24-0194781F67DB}" dt="2024-09-18T14:35:45.743" v="2809" actId="478"/>
          <ac:spMkLst>
            <pc:docMk/>
            <pc:sldMk cId="3635781430" sldId="527"/>
            <ac:spMk id="35" creationId="{3891B1A2-CE5B-40D9-A45C-FBA01B193143}"/>
          </ac:spMkLst>
        </pc:spChg>
        <pc:spChg chg="del">
          <ac:chgData name="阚东" userId="7039b3de-44eb-4b36-856a-06eff18bf7aa" providerId="ADAL" clId="{2A967772-2A56-4679-9D24-0194781F67DB}" dt="2024-09-18T14:35:45.743" v="2809" actId="478"/>
          <ac:spMkLst>
            <pc:docMk/>
            <pc:sldMk cId="3635781430" sldId="527"/>
            <ac:spMk id="38" creationId="{2FBF12B7-7AA6-4218-B7E5-1B195875B761}"/>
          </ac:spMkLst>
        </pc:spChg>
        <pc:picChg chg="del">
          <ac:chgData name="阚东" userId="7039b3de-44eb-4b36-856a-06eff18bf7aa" providerId="ADAL" clId="{2A967772-2A56-4679-9D24-0194781F67DB}" dt="2024-09-18T14:35:45.743" v="2809" actId="478"/>
          <ac:picMkLst>
            <pc:docMk/>
            <pc:sldMk cId="3635781430" sldId="527"/>
            <ac:picMk id="6" creationId="{963E5DBA-084D-45AF-8BBA-2DCA983D8CE5}"/>
          </ac:picMkLst>
        </pc:picChg>
        <pc:picChg chg="add del mod">
          <ac:chgData name="阚东" userId="7039b3de-44eb-4b36-856a-06eff18bf7aa" providerId="ADAL" clId="{2A967772-2A56-4679-9D24-0194781F67DB}" dt="2024-09-18T14:49:35.579" v="2871" actId="478"/>
          <ac:picMkLst>
            <pc:docMk/>
            <pc:sldMk cId="3635781430" sldId="527"/>
            <ac:picMk id="7" creationId="{4CA29B77-EC75-4E41-8EAD-CDAB1D6FB260}"/>
          </ac:picMkLst>
        </pc:picChg>
        <pc:picChg chg="del">
          <ac:chgData name="阚东" userId="7039b3de-44eb-4b36-856a-06eff18bf7aa" providerId="ADAL" clId="{2A967772-2A56-4679-9D24-0194781F67DB}" dt="2024-09-18T14:35:45.743" v="2809" actId="478"/>
          <ac:picMkLst>
            <pc:docMk/>
            <pc:sldMk cId="3635781430" sldId="527"/>
            <ac:picMk id="11" creationId="{FF849CED-A8C8-476E-B256-642C4420898E}"/>
          </ac:picMkLst>
        </pc:picChg>
        <pc:picChg chg="add mod modCrop">
          <ac:chgData name="阚东" userId="7039b3de-44eb-4b36-856a-06eff18bf7aa" providerId="ADAL" clId="{2A967772-2A56-4679-9D24-0194781F67DB}" dt="2024-09-18T14:36:52.976" v="2816" actId="1076"/>
          <ac:picMkLst>
            <pc:docMk/>
            <pc:sldMk cId="3635781430" sldId="527"/>
            <ac:picMk id="12" creationId="{8C3350B7-D6D7-4987-8483-0545BB50EEAE}"/>
          </ac:picMkLst>
        </pc:picChg>
        <pc:picChg chg="add del mod">
          <ac:chgData name="阚东" userId="7039b3de-44eb-4b36-856a-06eff18bf7aa" providerId="ADAL" clId="{2A967772-2A56-4679-9D24-0194781F67DB}" dt="2024-09-19T05:51:44.482" v="2888" actId="478"/>
          <ac:picMkLst>
            <pc:docMk/>
            <pc:sldMk cId="3635781430" sldId="527"/>
            <ac:picMk id="18" creationId="{44209D20-ACC0-419F-8739-076117BAD3EC}"/>
          </ac:picMkLst>
        </pc:picChg>
        <pc:picChg chg="del">
          <ac:chgData name="阚东" userId="7039b3de-44eb-4b36-856a-06eff18bf7aa" providerId="ADAL" clId="{2A967772-2A56-4679-9D24-0194781F67DB}" dt="2024-09-18T14:35:45.743" v="2809" actId="478"/>
          <ac:picMkLst>
            <pc:docMk/>
            <pc:sldMk cId="3635781430" sldId="527"/>
            <ac:picMk id="25" creationId="{4F30C571-9777-4319-9EC9-BD3A8EF4B618}"/>
          </ac:picMkLst>
        </pc:picChg>
        <pc:cxnChg chg="del">
          <ac:chgData name="阚东" userId="7039b3de-44eb-4b36-856a-06eff18bf7aa" providerId="ADAL" clId="{2A967772-2A56-4679-9D24-0194781F67DB}" dt="2024-09-18T14:35:45.743" v="2809" actId="478"/>
          <ac:cxnSpMkLst>
            <pc:docMk/>
            <pc:sldMk cId="3635781430" sldId="527"/>
            <ac:cxnSpMk id="29" creationId="{5F052AE9-D204-49C9-95CB-B1EE7482A896}"/>
          </ac:cxnSpMkLst>
        </pc:cxnChg>
      </pc:sldChg>
      <pc:sldChg chg="addSp delSp modSp add mod delAnim modAnim modNotesTx">
        <pc:chgData name="阚东" userId="7039b3de-44eb-4b36-856a-06eff18bf7aa" providerId="ADAL" clId="{2A967772-2A56-4679-9D24-0194781F67DB}" dt="2024-09-19T08:32:04.827" v="5147"/>
        <pc:sldMkLst>
          <pc:docMk/>
          <pc:sldMk cId="1383453098" sldId="528"/>
        </pc:sldMkLst>
        <pc:spChg chg="mod">
          <ac:chgData name="阚东" userId="7039b3de-44eb-4b36-856a-06eff18bf7aa" providerId="ADAL" clId="{2A967772-2A56-4679-9D24-0194781F67DB}" dt="2024-09-19T05:54:32.629" v="2904"/>
          <ac:spMkLst>
            <pc:docMk/>
            <pc:sldMk cId="1383453098" sldId="528"/>
            <ac:spMk id="3" creationId="{00000000-0000-0000-0000-000000000000}"/>
          </ac:spMkLst>
        </pc:spChg>
        <pc:spChg chg="del">
          <ac:chgData name="阚东" userId="7039b3de-44eb-4b36-856a-06eff18bf7aa" providerId="ADAL" clId="{2A967772-2A56-4679-9D24-0194781F67DB}" dt="2024-09-18T14:49:50.261" v="2873" actId="478"/>
          <ac:spMkLst>
            <pc:docMk/>
            <pc:sldMk cId="1383453098" sldId="528"/>
            <ac:spMk id="14" creationId="{0C5A2E45-1C49-4F10-9A44-4EE1314BB62B}"/>
          </ac:spMkLst>
        </pc:spChg>
        <pc:spChg chg="del">
          <ac:chgData name="阚东" userId="7039b3de-44eb-4b36-856a-06eff18bf7aa" providerId="ADAL" clId="{2A967772-2A56-4679-9D24-0194781F67DB}" dt="2024-09-19T05:54:18.927" v="2901" actId="478"/>
          <ac:spMkLst>
            <pc:docMk/>
            <pc:sldMk cId="1383453098" sldId="528"/>
            <ac:spMk id="15" creationId="{C779F732-80CF-4990-BFB7-2CE8A6FCF58B}"/>
          </ac:spMkLst>
        </pc:spChg>
        <pc:spChg chg="add mod">
          <ac:chgData name="阚东" userId="7039b3de-44eb-4b36-856a-06eff18bf7aa" providerId="ADAL" clId="{2A967772-2A56-4679-9D24-0194781F67DB}" dt="2024-09-19T06:00:55.366" v="2990" actId="14100"/>
          <ac:spMkLst>
            <pc:docMk/>
            <pc:sldMk cId="1383453098" sldId="528"/>
            <ac:spMk id="20" creationId="{C6F1ACD7-8050-4B06-B4E4-C7D989EE6532}"/>
          </ac:spMkLst>
        </pc:spChg>
        <pc:spChg chg="add del mod">
          <ac:chgData name="阚东" userId="7039b3de-44eb-4b36-856a-06eff18bf7aa" providerId="ADAL" clId="{2A967772-2A56-4679-9D24-0194781F67DB}" dt="2024-09-19T06:00:56.549" v="2992"/>
          <ac:spMkLst>
            <pc:docMk/>
            <pc:sldMk cId="1383453098" sldId="528"/>
            <ac:spMk id="27" creationId="{29E1BD44-9845-4C9A-B505-666DD8532A57}"/>
          </ac:spMkLst>
        </pc:spChg>
        <pc:spChg chg="add mod">
          <ac:chgData name="阚东" userId="7039b3de-44eb-4b36-856a-06eff18bf7aa" providerId="ADAL" clId="{2A967772-2A56-4679-9D24-0194781F67DB}" dt="2024-09-19T06:01:32.195" v="3000" actId="1076"/>
          <ac:spMkLst>
            <pc:docMk/>
            <pc:sldMk cId="1383453098" sldId="528"/>
            <ac:spMk id="28" creationId="{9461BBDB-8181-4B5A-BF37-F9BC1E0EB6EC}"/>
          </ac:spMkLst>
        </pc:spChg>
        <pc:spChg chg="add del mod">
          <ac:chgData name="阚东" userId="7039b3de-44eb-4b36-856a-06eff18bf7aa" providerId="ADAL" clId="{2A967772-2A56-4679-9D24-0194781F67DB}" dt="2024-09-19T06:03:32.283" v="3030" actId="1076"/>
          <ac:spMkLst>
            <pc:docMk/>
            <pc:sldMk cId="1383453098" sldId="528"/>
            <ac:spMk id="37" creationId="{99B82FBC-40CD-44A1-973E-B8B0C456C2C4}"/>
          </ac:spMkLst>
        </pc:spChg>
        <pc:spChg chg="add mod">
          <ac:chgData name="阚东" userId="7039b3de-44eb-4b36-856a-06eff18bf7aa" providerId="ADAL" clId="{2A967772-2A56-4679-9D24-0194781F67DB}" dt="2024-09-19T06:04:09.924" v="3038"/>
          <ac:spMkLst>
            <pc:docMk/>
            <pc:sldMk cId="1383453098" sldId="528"/>
            <ac:spMk id="38" creationId="{CD2D7AE3-DD16-40DB-B8FE-871EB6096D4B}"/>
          </ac:spMkLst>
        </pc:spChg>
        <pc:grpChg chg="add mod">
          <ac:chgData name="阚东" userId="7039b3de-44eb-4b36-856a-06eff18bf7aa" providerId="ADAL" clId="{2A967772-2A56-4679-9D24-0194781F67DB}" dt="2024-09-19T05:59:03.631" v="2929" actId="1076"/>
          <ac:grpSpMkLst>
            <pc:docMk/>
            <pc:sldMk cId="1383453098" sldId="528"/>
            <ac:grpSpMk id="9" creationId="{622FB5AC-753F-462B-B75F-D6AFA50A195E}"/>
          </ac:grpSpMkLst>
        </pc:grpChg>
        <pc:picChg chg="add mod">
          <ac:chgData name="阚东" userId="7039b3de-44eb-4b36-856a-06eff18bf7aa" providerId="ADAL" clId="{2A967772-2A56-4679-9D24-0194781F67DB}" dt="2024-09-19T05:56:44.348" v="2911" actId="164"/>
          <ac:picMkLst>
            <pc:docMk/>
            <pc:sldMk cId="1383453098" sldId="528"/>
            <ac:picMk id="5" creationId="{2B4AA1DF-0F9E-4656-BA42-B39693D940EA}"/>
          </ac:picMkLst>
        </pc:picChg>
        <pc:picChg chg="del mod">
          <ac:chgData name="阚东" userId="7039b3de-44eb-4b36-856a-06eff18bf7aa" providerId="ADAL" clId="{2A967772-2A56-4679-9D24-0194781F67DB}" dt="2024-09-19T05:54:20.827" v="2903" actId="478"/>
          <ac:picMkLst>
            <pc:docMk/>
            <pc:sldMk cId="1383453098" sldId="528"/>
            <ac:picMk id="7" creationId="{4CA29B77-EC75-4E41-8EAD-CDAB1D6FB260}"/>
          </ac:picMkLst>
        </pc:picChg>
        <pc:picChg chg="add mod">
          <ac:chgData name="阚东" userId="7039b3de-44eb-4b36-856a-06eff18bf7aa" providerId="ADAL" clId="{2A967772-2A56-4679-9D24-0194781F67DB}" dt="2024-09-19T05:56:44.348" v="2911" actId="164"/>
          <ac:picMkLst>
            <pc:docMk/>
            <pc:sldMk cId="1383453098" sldId="528"/>
            <ac:picMk id="8" creationId="{50C346F8-C2D1-4A56-81AD-7D69D2B420B9}"/>
          </ac:picMkLst>
        </pc:picChg>
        <pc:picChg chg="add mod">
          <ac:chgData name="阚东" userId="7039b3de-44eb-4b36-856a-06eff18bf7aa" providerId="ADAL" clId="{2A967772-2A56-4679-9D24-0194781F67DB}" dt="2024-09-19T06:01:28.712" v="2998" actId="1076"/>
          <ac:picMkLst>
            <pc:docMk/>
            <pc:sldMk cId="1383453098" sldId="528"/>
            <ac:picMk id="11" creationId="{842BF00B-A870-4C52-902B-14605BFE14A2}"/>
          </ac:picMkLst>
        </pc:picChg>
        <pc:picChg chg="del mod modCrop">
          <ac:chgData name="阚东" userId="7039b3de-44eb-4b36-856a-06eff18bf7aa" providerId="ADAL" clId="{2A967772-2A56-4679-9D24-0194781F67DB}" dt="2024-09-19T05:54:20.247" v="2902" actId="478"/>
          <ac:picMkLst>
            <pc:docMk/>
            <pc:sldMk cId="1383453098" sldId="528"/>
            <ac:picMk id="12" creationId="{8C3350B7-D6D7-4987-8483-0545BB50EEAE}"/>
          </ac:picMkLst>
        </pc:picChg>
        <pc:picChg chg="add mod">
          <ac:chgData name="阚东" userId="7039b3de-44eb-4b36-856a-06eff18bf7aa" providerId="ADAL" clId="{2A967772-2A56-4679-9D24-0194781F67DB}" dt="2024-09-19T06:02:15.442" v="3012" actId="1076"/>
          <ac:picMkLst>
            <pc:docMk/>
            <pc:sldMk cId="1383453098" sldId="528"/>
            <ac:picMk id="14" creationId="{306E1F3D-7C42-425A-BFA2-684615524BCB}"/>
          </ac:picMkLst>
        </pc:picChg>
        <pc:picChg chg="add mod">
          <ac:chgData name="阚东" userId="7039b3de-44eb-4b36-856a-06eff18bf7aa" providerId="ADAL" clId="{2A967772-2A56-4679-9D24-0194781F67DB}" dt="2024-09-19T06:03:36.233" v="3031" actId="1076"/>
          <ac:picMkLst>
            <pc:docMk/>
            <pc:sldMk cId="1383453098" sldId="528"/>
            <ac:picMk id="17" creationId="{2CF261C9-1272-4A51-80FD-1634815132A4}"/>
          </ac:picMkLst>
        </pc:picChg>
        <pc:picChg chg="add mod">
          <ac:chgData name="阚东" userId="7039b3de-44eb-4b36-856a-06eff18bf7aa" providerId="ADAL" clId="{2A967772-2A56-4679-9D24-0194781F67DB}" dt="2024-09-19T06:03:36.233" v="3031" actId="1076"/>
          <ac:picMkLst>
            <pc:docMk/>
            <pc:sldMk cId="1383453098" sldId="528"/>
            <ac:picMk id="19" creationId="{805E3F9F-06E9-492E-9A54-827254C98654}"/>
          </ac:picMkLst>
        </pc:picChg>
        <pc:cxnChg chg="add mod">
          <ac:chgData name="阚东" userId="7039b3de-44eb-4b36-856a-06eff18bf7aa" providerId="ADAL" clId="{2A967772-2A56-4679-9D24-0194781F67DB}" dt="2024-09-19T06:01:44.312" v="3003" actId="14100"/>
          <ac:cxnSpMkLst>
            <pc:docMk/>
            <pc:sldMk cId="1383453098" sldId="528"/>
            <ac:cxnSpMk id="21" creationId="{16FC0155-1CFE-426A-8A08-06730F6014F6}"/>
          </ac:cxnSpMkLst>
        </pc:cxnChg>
        <pc:cxnChg chg="add mod">
          <ac:chgData name="阚东" userId="7039b3de-44eb-4b36-856a-06eff18bf7aa" providerId="ADAL" clId="{2A967772-2A56-4679-9D24-0194781F67DB}" dt="2024-09-19T06:02:01.975" v="3008" actId="14100"/>
          <ac:cxnSpMkLst>
            <pc:docMk/>
            <pc:sldMk cId="1383453098" sldId="528"/>
            <ac:cxnSpMk id="23" creationId="{46598CE9-A467-45DF-ADDA-C93E4EFC8BB5}"/>
          </ac:cxnSpMkLst>
        </pc:cxnChg>
        <pc:cxnChg chg="add mod">
          <ac:chgData name="阚东" userId="7039b3de-44eb-4b36-856a-06eff18bf7aa" providerId="ADAL" clId="{2A967772-2A56-4679-9D24-0194781F67DB}" dt="2024-09-19T06:01:57.730" v="3007" actId="14100"/>
          <ac:cxnSpMkLst>
            <pc:docMk/>
            <pc:sldMk cId="1383453098" sldId="528"/>
            <ac:cxnSpMk id="32" creationId="{36BEDD01-A73C-43A8-84DD-A2819E9E15E5}"/>
          </ac:cxnSpMkLst>
        </pc:cxnChg>
        <pc:cxnChg chg="add mod">
          <ac:chgData name="阚东" userId="7039b3de-44eb-4b36-856a-06eff18bf7aa" providerId="ADAL" clId="{2A967772-2A56-4679-9D24-0194781F67DB}" dt="2024-09-19T06:02:08.737" v="3011" actId="14100"/>
          <ac:cxnSpMkLst>
            <pc:docMk/>
            <pc:sldMk cId="1383453098" sldId="528"/>
            <ac:cxnSpMk id="35" creationId="{CB1B4233-98C3-450E-AF32-845152E28F13}"/>
          </ac:cxnSpMkLst>
        </pc:cxnChg>
      </pc:sldChg>
      <pc:sldChg chg="addSp delSp modSp add mod delAnim modNotesTx">
        <pc:chgData name="阚东" userId="7039b3de-44eb-4b36-856a-06eff18bf7aa" providerId="ADAL" clId="{2A967772-2A56-4679-9D24-0194781F67DB}" dt="2024-09-19T08:31:02.134" v="5118"/>
        <pc:sldMkLst>
          <pc:docMk/>
          <pc:sldMk cId="285585465" sldId="529"/>
        </pc:sldMkLst>
        <pc:spChg chg="del">
          <ac:chgData name="阚东" userId="7039b3de-44eb-4b36-856a-06eff18bf7aa" providerId="ADAL" clId="{2A967772-2A56-4679-9D24-0194781F67DB}" dt="2024-09-19T05:51:50.606" v="2890" actId="478"/>
          <ac:spMkLst>
            <pc:docMk/>
            <pc:sldMk cId="285585465" sldId="529"/>
            <ac:spMk id="14" creationId="{0C5A2E45-1C49-4F10-9A44-4EE1314BB62B}"/>
          </ac:spMkLst>
        </pc:spChg>
        <pc:spChg chg="del">
          <ac:chgData name="阚东" userId="7039b3de-44eb-4b36-856a-06eff18bf7aa" providerId="ADAL" clId="{2A967772-2A56-4679-9D24-0194781F67DB}" dt="2024-09-19T05:51:53.416" v="2891" actId="478"/>
          <ac:spMkLst>
            <pc:docMk/>
            <pc:sldMk cId="285585465" sldId="529"/>
            <ac:spMk id="15" creationId="{C779F732-80CF-4990-BFB7-2CE8A6FCF58B}"/>
          </ac:spMkLst>
        </pc:spChg>
        <pc:picChg chg="add mod">
          <ac:chgData name="阚东" userId="7039b3de-44eb-4b36-856a-06eff18bf7aa" providerId="ADAL" clId="{2A967772-2A56-4679-9D24-0194781F67DB}" dt="2024-09-19T05:52:20.273" v="2900" actId="1037"/>
          <ac:picMkLst>
            <pc:docMk/>
            <pc:sldMk cId="285585465" sldId="529"/>
            <ac:picMk id="7" creationId="{7F9B98D8-36CA-48BD-9057-553E805CFA6D}"/>
          </ac:picMkLst>
        </pc:picChg>
      </pc:sldChg>
      <pc:sldChg chg="modSp add mod modNotesTx">
        <pc:chgData name="阚东" userId="7039b3de-44eb-4b36-856a-06eff18bf7aa" providerId="ADAL" clId="{2A967772-2A56-4679-9D24-0194781F67DB}" dt="2024-09-19T08:32:32.533" v="5153" actId="20577"/>
        <pc:sldMkLst>
          <pc:docMk/>
          <pc:sldMk cId="3197408861" sldId="530"/>
        </pc:sldMkLst>
        <pc:spChg chg="mod">
          <ac:chgData name="阚东" userId="7039b3de-44eb-4b36-856a-06eff18bf7aa" providerId="ADAL" clId="{2A967772-2A56-4679-9D24-0194781F67DB}" dt="2024-09-19T06:05:52.855" v="3092"/>
          <ac:spMkLst>
            <pc:docMk/>
            <pc:sldMk cId="3197408861" sldId="530"/>
            <ac:spMk id="3" creationId="{00000000-0000-0000-0000-000000000000}"/>
          </ac:spMkLst>
        </pc:spChg>
        <pc:spChg chg="mod">
          <ac:chgData name="阚东" userId="7039b3de-44eb-4b36-856a-06eff18bf7aa" providerId="ADAL" clId="{2A967772-2A56-4679-9D24-0194781F67DB}" dt="2024-09-19T06:38:50.097" v="3627" actId="20577"/>
          <ac:spMkLst>
            <pc:docMk/>
            <pc:sldMk cId="3197408861" sldId="530"/>
            <ac:spMk id="12" creationId="{1DF8C4C2-F93B-45C7-B6DA-6740F7169D0E}"/>
          </ac:spMkLst>
        </pc:spChg>
      </pc:sldChg>
      <pc:sldChg chg="addSp delSp modSp add mod ord delAnim modAnim modNotesTx">
        <pc:chgData name="阚东" userId="7039b3de-44eb-4b36-856a-06eff18bf7aa" providerId="ADAL" clId="{2A967772-2A56-4679-9D24-0194781F67DB}" dt="2024-09-19T08:36:39.380" v="5239"/>
        <pc:sldMkLst>
          <pc:docMk/>
          <pc:sldMk cId="3142902046" sldId="531"/>
        </pc:sldMkLst>
        <pc:spChg chg="mod">
          <ac:chgData name="阚东" userId="7039b3de-44eb-4b36-856a-06eff18bf7aa" providerId="ADAL" clId="{2A967772-2A56-4679-9D24-0194781F67DB}" dt="2024-09-19T06:16:37.669" v="3285" actId="1038"/>
          <ac:spMkLst>
            <pc:docMk/>
            <pc:sldMk cId="3142902046" sldId="531"/>
            <ac:spMk id="7" creationId="{F245715C-A1E6-4849-9921-843D2A198B18}"/>
          </ac:spMkLst>
        </pc:spChg>
        <pc:spChg chg="del">
          <ac:chgData name="阚东" userId="7039b3de-44eb-4b36-856a-06eff18bf7aa" providerId="ADAL" clId="{2A967772-2A56-4679-9D24-0194781F67DB}" dt="2024-09-19T06:09:12.742" v="3119" actId="478"/>
          <ac:spMkLst>
            <pc:docMk/>
            <pc:sldMk cId="3142902046" sldId="531"/>
            <ac:spMk id="8" creationId="{AFACF6C7-E13E-4D09-AD83-C3617BBADBED}"/>
          </ac:spMkLst>
        </pc:spChg>
        <pc:spChg chg="del">
          <ac:chgData name="阚东" userId="7039b3de-44eb-4b36-856a-06eff18bf7aa" providerId="ADAL" clId="{2A967772-2A56-4679-9D24-0194781F67DB}" dt="2024-09-19T06:09:00.702" v="3111" actId="478"/>
          <ac:spMkLst>
            <pc:docMk/>
            <pc:sldMk cId="3142902046" sldId="531"/>
            <ac:spMk id="9" creationId="{EA12E532-EAD2-432B-B9D6-79DA930A5784}"/>
          </ac:spMkLst>
        </pc:spChg>
        <pc:spChg chg="del">
          <ac:chgData name="阚东" userId="7039b3de-44eb-4b36-856a-06eff18bf7aa" providerId="ADAL" clId="{2A967772-2A56-4679-9D24-0194781F67DB}" dt="2024-09-19T06:09:00.702" v="3111" actId="478"/>
          <ac:spMkLst>
            <pc:docMk/>
            <pc:sldMk cId="3142902046" sldId="531"/>
            <ac:spMk id="10" creationId="{6E319BB3-0BF6-4D32-87FF-D6B9A56B6BD0}"/>
          </ac:spMkLst>
        </pc:spChg>
        <pc:spChg chg="del">
          <ac:chgData name="阚东" userId="7039b3de-44eb-4b36-856a-06eff18bf7aa" providerId="ADAL" clId="{2A967772-2A56-4679-9D24-0194781F67DB}" dt="2024-09-19T06:09:00.702" v="3111" actId="478"/>
          <ac:spMkLst>
            <pc:docMk/>
            <pc:sldMk cId="3142902046" sldId="531"/>
            <ac:spMk id="11" creationId="{6C5BE73D-0A0E-4689-85ED-8D9BD428BEDA}"/>
          </ac:spMkLst>
        </pc:spChg>
        <pc:spChg chg="del">
          <ac:chgData name="阚东" userId="7039b3de-44eb-4b36-856a-06eff18bf7aa" providerId="ADAL" clId="{2A967772-2A56-4679-9D24-0194781F67DB}" dt="2024-09-19T06:09:00.702" v="3111" actId="478"/>
          <ac:spMkLst>
            <pc:docMk/>
            <pc:sldMk cId="3142902046" sldId="531"/>
            <ac:spMk id="13" creationId="{7229C60F-C241-4B62-BC3C-951B50E5BD3A}"/>
          </ac:spMkLst>
        </pc:spChg>
        <pc:spChg chg="del">
          <ac:chgData name="阚东" userId="7039b3de-44eb-4b36-856a-06eff18bf7aa" providerId="ADAL" clId="{2A967772-2A56-4679-9D24-0194781F67DB}" dt="2024-09-19T06:09:00.702" v="3111" actId="478"/>
          <ac:spMkLst>
            <pc:docMk/>
            <pc:sldMk cId="3142902046" sldId="531"/>
            <ac:spMk id="14" creationId="{8E4F663E-9FDE-4057-B699-1D056E8BB29E}"/>
          </ac:spMkLst>
        </pc:spChg>
        <pc:spChg chg="del">
          <ac:chgData name="阚东" userId="7039b3de-44eb-4b36-856a-06eff18bf7aa" providerId="ADAL" clId="{2A967772-2A56-4679-9D24-0194781F67DB}" dt="2024-09-19T06:09:00.702" v="3111" actId="478"/>
          <ac:spMkLst>
            <pc:docMk/>
            <pc:sldMk cId="3142902046" sldId="531"/>
            <ac:spMk id="15" creationId="{5438E45E-0307-4B7F-99EF-CE659EE1B960}"/>
          </ac:spMkLst>
        </pc:spChg>
        <pc:spChg chg="del">
          <ac:chgData name="阚东" userId="7039b3de-44eb-4b36-856a-06eff18bf7aa" providerId="ADAL" clId="{2A967772-2A56-4679-9D24-0194781F67DB}" dt="2024-09-19T06:09:00.702" v="3111" actId="478"/>
          <ac:spMkLst>
            <pc:docMk/>
            <pc:sldMk cId="3142902046" sldId="531"/>
            <ac:spMk id="19" creationId="{76BD7919-7C8E-4899-8347-97E465C1B387}"/>
          </ac:spMkLst>
        </pc:spChg>
        <pc:spChg chg="del">
          <ac:chgData name="阚东" userId="7039b3de-44eb-4b36-856a-06eff18bf7aa" providerId="ADAL" clId="{2A967772-2A56-4679-9D24-0194781F67DB}" dt="2024-09-19T06:09:00.702" v="3111" actId="478"/>
          <ac:spMkLst>
            <pc:docMk/>
            <pc:sldMk cId="3142902046" sldId="531"/>
            <ac:spMk id="20" creationId="{503C13F0-F202-4CC4-BFCA-7ABE444EECBA}"/>
          </ac:spMkLst>
        </pc:spChg>
        <pc:spChg chg="del">
          <ac:chgData name="阚东" userId="7039b3de-44eb-4b36-856a-06eff18bf7aa" providerId="ADAL" clId="{2A967772-2A56-4679-9D24-0194781F67DB}" dt="2024-09-19T06:09:00.702" v="3111" actId="478"/>
          <ac:spMkLst>
            <pc:docMk/>
            <pc:sldMk cId="3142902046" sldId="531"/>
            <ac:spMk id="21" creationId="{A362CB32-B728-48A8-A705-B9C8B0E31729}"/>
          </ac:spMkLst>
        </pc:spChg>
        <pc:spChg chg="del">
          <ac:chgData name="阚东" userId="7039b3de-44eb-4b36-856a-06eff18bf7aa" providerId="ADAL" clId="{2A967772-2A56-4679-9D24-0194781F67DB}" dt="2024-09-19T06:09:06.083" v="3116" actId="478"/>
          <ac:spMkLst>
            <pc:docMk/>
            <pc:sldMk cId="3142902046" sldId="531"/>
            <ac:spMk id="22" creationId="{34CE7933-068E-4390-BCA5-1BACE6C4A2A7}"/>
          </ac:spMkLst>
        </pc:spChg>
        <pc:spChg chg="del">
          <ac:chgData name="阚东" userId="7039b3de-44eb-4b36-856a-06eff18bf7aa" providerId="ADAL" clId="{2A967772-2A56-4679-9D24-0194781F67DB}" dt="2024-09-19T06:09:06.083" v="3116" actId="478"/>
          <ac:spMkLst>
            <pc:docMk/>
            <pc:sldMk cId="3142902046" sldId="531"/>
            <ac:spMk id="23" creationId="{22FA52F9-4E7B-43E5-981E-39634789EF0A}"/>
          </ac:spMkLst>
        </pc:spChg>
        <pc:spChg chg="del mod">
          <ac:chgData name="阚东" userId="7039b3de-44eb-4b36-856a-06eff18bf7aa" providerId="ADAL" clId="{2A967772-2A56-4679-9D24-0194781F67DB}" dt="2024-09-19T06:09:05.069" v="3115" actId="478"/>
          <ac:spMkLst>
            <pc:docMk/>
            <pc:sldMk cId="3142902046" sldId="531"/>
            <ac:spMk id="27" creationId="{5F409A0E-1053-4A72-B401-596523C1D4A3}"/>
          </ac:spMkLst>
        </pc:spChg>
        <pc:spChg chg="del mod">
          <ac:chgData name="阚东" userId="7039b3de-44eb-4b36-856a-06eff18bf7aa" providerId="ADAL" clId="{2A967772-2A56-4679-9D24-0194781F67DB}" dt="2024-09-19T06:09:03.446" v="3113" actId="478"/>
          <ac:spMkLst>
            <pc:docMk/>
            <pc:sldMk cId="3142902046" sldId="531"/>
            <ac:spMk id="28" creationId="{7ED76B3C-E6F4-485F-BBEF-55857DC81D7A}"/>
          </ac:spMkLst>
        </pc:spChg>
        <pc:spChg chg="del">
          <ac:chgData name="阚东" userId="7039b3de-44eb-4b36-856a-06eff18bf7aa" providerId="ADAL" clId="{2A967772-2A56-4679-9D24-0194781F67DB}" dt="2024-09-19T06:09:00.702" v="3111" actId="478"/>
          <ac:spMkLst>
            <pc:docMk/>
            <pc:sldMk cId="3142902046" sldId="531"/>
            <ac:spMk id="29" creationId="{31DAD368-1CE0-4DDA-9DFD-58E62A0E52E0}"/>
          </ac:spMkLst>
        </pc:spChg>
        <pc:spChg chg="del">
          <ac:chgData name="阚东" userId="7039b3de-44eb-4b36-856a-06eff18bf7aa" providerId="ADAL" clId="{2A967772-2A56-4679-9D24-0194781F67DB}" dt="2024-09-19T06:09:00.702" v="3111" actId="478"/>
          <ac:spMkLst>
            <pc:docMk/>
            <pc:sldMk cId="3142902046" sldId="531"/>
            <ac:spMk id="30" creationId="{73706853-13D6-402F-9AA9-A164AFD60AE7}"/>
          </ac:spMkLst>
        </pc:spChg>
        <pc:spChg chg="del">
          <ac:chgData name="阚东" userId="7039b3de-44eb-4b36-856a-06eff18bf7aa" providerId="ADAL" clId="{2A967772-2A56-4679-9D24-0194781F67DB}" dt="2024-09-19T06:09:00.702" v="3111" actId="478"/>
          <ac:spMkLst>
            <pc:docMk/>
            <pc:sldMk cId="3142902046" sldId="531"/>
            <ac:spMk id="31" creationId="{F1D488D0-79B6-4C2C-80B0-DF0E91787824}"/>
          </ac:spMkLst>
        </pc:spChg>
        <pc:spChg chg="del">
          <ac:chgData name="阚东" userId="7039b3de-44eb-4b36-856a-06eff18bf7aa" providerId="ADAL" clId="{2A967772-2A56-4679-9D24-0194781F67DB}" dt="2024-09-19T06:09:00.702" v="3111" actId="478"/>
          <ac:spMkLst>
            <pc:docMk/>
            <pc:sldMk cId="3142902046" sldId="531"/>
            <ac:spMk id="32" creationId="{8AA2138E-6AA5-4C31-A0AD-EAC2B2E3F9B8}"/>
          </ac:spMkLst>
        </pc:spChg>
        <pc:spChg chg="add mod">
          <ac:chgData name="阚东" userId="7039b3de-44eb-4b36-856a-06eff18bf7aa" providerId="ADAL" clId="{2A967772-2A56-4679-9D24-0194781F67DB}" dt="2024-09-19T06:16:42.890" v="3304" actId="1037"/>
          <ac:spMkLst>
            <pc:docMk/>
            <pc:sldMk cId="3142902046" sldId="531"/>
            <ac:spMk id="33" creationId="{E264232E-1786-4B89-96CC-718C4A49AC36}"/>
          </ac:spMkLst>
        </pc:spChg>
        <pc:spChg chg="add mod">
          <ac:chgData name="阚东" userId="7039b3de-44eb-4b36-856a-06eff18bf7aa" providerId="ADAL" clId="{2A967772-2A56-4679-9D24-0194781F67DB}" dt="2024-09-19T06:16:42.890" v="3304" actId="1037"/>
          <ac:spMkLst>
            <pc:docMk/>
            <pc:sldMk cId="3142902046" sldId="531"/>
            <ac:spMk id="34" creationId="{9764CB9E-B14D-44F9-9CB3-2102EA8679FE}"/>
          </ac:spMkLst>
        </pc:spChg>
        <pc:spChg chg="add mod">
          <ac:chgData name="阚东" userId="7039b3de-44eb-4b36-856a-06eff18bf7aa" providerId="ADAL" clId="{2A967772-2A56-4679-9D24-0194781F67DB}" dt="2024-09-19T06:17:00.687" v="3321" actId="1037"/>
          <ac:spMkLst>
            <pc:docMk/>
            <pc:sldMk cId="3142902046" sldId="531"/>
            <ac:spMk id="35" creationId="{4DB59333-1170-4E64-98A2-59A4B572405F}"/>
          </ac:spMkLst>
        </pc:spChg>
        <pc:spChg chg="add mod">
          <ac:chgData name="阚东" userId="7039b3de-44eb-4b36-856a-06eff18bf7aa" providerId="ADAL" clId="{2A967772-2A56-4679-9D24-0194781F67DB}" dt="2024-09-19T06:17:00.687" v="3321" actId="1037"/>
          <ac:spMkLst>
            <pc:docMk/>
            <pc:sldMk cId="3142902046" sldId="531"/>
            <ac:spMk id="36" creationId="{7CF8525F-5AD4-4C28-9653-EEA368D8456A}"/>
          </ac:spMkLst>
        </pc:spChg>
        <pc:spChg chg="add mod">
          <ac:chgData name="阚东" userId="7039b3de-44eb-4b36-856a-06eff18bf7aa" providerId="ADAL" clId="{2A967772-2A56-4679-9D24-0194781F67DB}" dt="2024-09-19T06:23:34.691" v="3515" actId="207"/>
          <ac:spMkLst>
            <pc:docMk/>
            <pc:sldMk cId="3142902046" sldId="531"/>
            <ac:spMk id="37" creationId="{DC0DB2E1-07B8-4CB7-AF51-55E747938F72}"/>
          </ac:spMkLst>
        </pc:spChg>
        <pc:spChg chg="add mod">
          <ac:chgData name="阚东" userId="7039b3de-44eb-4b36-856a-06eff18bf7aa" providerId="ADAL" clId="{2A967772-2A56-4679-9D24-0194781F67DB}" dt="2024-09-19T06:23:40.654" v="3516" actId="207"/>
          <ac:spMkLst>
            <pc:docMk/>
            <pc:sldMk cId="3142902046" sldId="531"/>
            <ac:spMk id="38" creationId="{C7ACFAA6-A6F6-40D3-AE14-D6FF23E87410}"/>
          </ac:spMkLst>
        </pc:spChg>
        <pc:spChg chg="add mod">
          <ac:chgData name="阚东" userId="7039b3de-44eb-4b36-856a-06eff18bf7aa" providerId="ADAL" clId="{2A967772-2A56-4679-9D24-0194781F67DB}" dt="2024-09-19T06:17:06.235" v="3332" actId="1037"/>
          <ac:spMkLst>
            <pc:docMk/>
            <pc:sldMk cId="3142902046" sldId="531"/>
            <ac:spMk id="39" creationId="{920039CB-B866-41E8-A3EF-CE3007EF0989}"/>
          </ac:spMkLst>
        </pc:spChg>
        <pc:spChg chg="add mod">
          <ac:chgData name="阚东" userId="7039b3de-44eb-4b36-856a-06eff18bf7aa" providerId="ADAL" clId="{2A967772-2A56-4679-9D24-0194781F67DB}" dt="2024-09-19T06:23:43.266" v="3517" actId="207"/>
          <ac:spMkLst>
            <pc:docMk/>
            <pc:sldMk cId="3142902046" sldId="531"/>
            <ac:spMk id="40" creationId="{7E7700FB-D237-41B0-9664-E28BB0E49E69}"/>
          </ac:spMkLst>
        </pc:spChg>
        <pc:spChg chg="add mod">
          <ac:chgData name="阚东" userId="7039b3de-44eb-4b36-856a-06eff18bf7aa" providerId="ADAL" clId="{2A967772-2A56-4679-9D24-0194781F67DB}" dt="2024-09-19T06:20:46.665" v="3460" actId="1076"/>
          <ac:spMkLst>
            <pc:docMk/>
            <pc:sldMk cId="3142902046" sldId="531"/>
            <ac:spMk id="41" creationId="{3C3FCB37-AD80-4FC4-94C3-714D35DE98C8}"/>
          </ac:spMkLst>
        </pc:spChg>
        <pc:spChg chg="add mod">
          <ac:chgData name="阚东" userId="7039b3de-44eb-4b36-856a-06eff18bf7aa" providerId="ADAL" clId="{2A967772-2A56-4679-9D24-0194781F67DB}" dt="2024-09-19T06:20:10.747" v="3458" actId="1036"/>
          <ac:spMkLst>
            <pc:docMk/>
            <pc:sldMk cId="3142902046" sldId="531"/>
            <ac:spMk id="42" creationId="{4E05478A-22C8-4716-8DA5-351906AAF673}"/>
          </ac:spMkLst>
        </pc:spChg>
        <pc:spChg chg="add mod">
          <ac:chgData name="阚东" userId="7039b3de-44eb-4b36-856a-06eff18bf7aa" providerId="ADAL" clId="{2A967772-2A56-4679-9D24-0194781F67DB}" dt="2024-09-19T06:20:48.223" v="3462" actId="571"/>
          <ac:spMkLst>
            <pc:docMk/>
            <pc:sldMk cId="3142902046" sldId="531"/>
            <ac:spMk id="43" creationId="{F08DF293-A797-42C7-807D-695F169EFD53}"/>
          </ac:spMkLst>
        </pc:spChg>
        <pc:spChg chg="add mod">
          <ac:chgData name="阚东" userId="7039b3de-44eb-4b36-856a-06eff18bf7aa" providerId="ADAL" clId="{2A967772-2A56-4679-9D24-0194781F67DB}" dt="2024-09-19T06:20:48.223" v="3462" actId="571"/>
          <ac:spMkLst>
            <pc:docMk/>
            <pc:sldMk cId="3142902046" sldId="531"/>
            <ac:spMk id="44" creationId="{71525478-8D06-4317-8138-F83167ED3C84}"/>
          </ac:spMkLst>
        </pc:spChg>
        <pc:spChg chg="add mod">
          <ac:chgData name="阚东" userId="7039b3de-44eb-4b36-856a-06eff18bf7aa" providerId="ADAL" clId="{2A967772-2A56-4679-9D24-0194781F67DB}" dt="2024-09-19T06:20:59.047" v="3465" actId="14100"/>
          <ac:spMkLst>
            <pc:docMk/>
            <pc:sldMk cId="3142902046" sldId="531"/>
            <ac:spMk id="45" creationId="{A78D6295-B2E0-4D80-9835-6A9116E32BF2}"/>
          </ac:spMkLst>
        </pc:spChg>
        <pc:spChg chg="add mod">
          <ac:chgData name="阚东" userId="7039b3de-44eb-4b36-856a-06eff18bf7aa" providerId="ADAL" clId="{2A967772-2A56-4679-9D24-0194781F67DB}" dt="2024-09-19T06:25:08.845" v="3528"/>
          <ac:spMkLst>
            <pc:docMk/>
            <pc:sldMk cId="3142902046" sldId="531"/>
            <ac:spMk id="46" creationId="{861F5E63-58C3-47E2-B4A3-EBC24ACE1FBE}"/>
          </ac:spMkLst>
        </pc:spChg>
        <pc:graphicFrameChg chg="add del modGraphic">
          <ac:chgData name="阚东" userId="7039b3de-44eb-4b36-856a-06eff18bf7aa" providerId="ADAL" clId="{2A967772-2A56-4679-9D24-0194781F67DB}" dt="2024-09-19T06:09:10.444" v="3118" actId="27309"/>
          <ac:graphicFrameMkLst>
            <pc:docMk/>
            <pc:sldMk cId="3142902046" sldId="531"/>
            <ac:graphicFrameMk id="5" creationId="{5E14E562-E185-4A1C-9F33-A5DA5000B728}"/>
          </ac:graphicFrameMkLst>
        </pc:graphicFrameChg>
        <pc:picChg chg="del">
          <ac:chgData name="阚东" userId="7039b3de-44eb-4b36-856a-06eff18bf7aa" providerId="ADAL" clId="{2A967772-2A56-4679-9D24-0194781F67DB}" dt="2024-09-19T06:09:00.702" v="3111" actId="478"/>
          <ac:picMkLst>
            <pc:docMk/>
            <pc:sldMk cId="3142902046" sldId="531"/>
            <ac:picMk id="16" creationId="{0E4A6770-D617-4234-8083-A4DEBEC76062}"/>
          </ac:picMkLst>
        </pc:picChg>
        <pc:picChg chg="del">
          <ac:chgData name="阚东" userId="7039b3de-44eb-4b36-856a-06eff18bf7aa" providerId="ADAL" clId="{2A967772-2A56-4679-9D24-0194781F67DB}" dt="2024-09-19T06:09:00.702" v="3111" actId="478"/>
          <ac:picMkLst>
            <pc:docMk/>
            <pc:sldMk cId="3142902046" sldId="531"/>
            <ac:picMk id="17" creationId="{2F55E056-20D0-41DD-AEB7-08ED03BA2951}"/>
          </ac:picMkLst>
        </pc:picChg>
        <pc:picChg chg="del">
          <ac:chgData name="阚东" userId="7039b3de-44eb-4b36-856a-06eff18bf7aa" providerId="ADAL" clId="{2A967772-2A56-4679-9D24-0194781F67DB}" dt="2024-09-19T06:09:00.702" v="3111" actId="478"/>
          <ac:picMkLst>
            <pc:docMk/>
            <pc:sldMk cId="3142902046" sldId="531"/>
            <ac:picMk id="18" creationId="{BF756B5C-A31F-4A7B-B5BA-1B68FA278F9C}"/>
          </ac:picMkLst>
        </pc:picChg>
        <pc:picChg chg="mod">
          <ac:chgData name="阚东" userId="7039b3de-44eb-4b36-856a-06eff18bf7aa" providerId="ADAL" clId="{2A967772-2A56-4679-9D24-0194781F67DB}" dt="2024-09-19T06:25:22.067" v="3530" actId="1076"/>
          <ac:picMkLst>
            <pc:docMk/>
            <pc:sldMk cId="3142902046" sldId="531"/>
            <ac:picMk id="24" creationId="{B9BABCB6-9A86-40EE-9E44-E06304415A1C}"/>
          </ac:picMkLst>
        </pc:picChg>
      </pc:sldChg>
      <pc:sldChg chg="modSp add mod modNotesTx">
        <pc:chgData name="阚东" userId="7039b3de-44eb-4b36-856a-06eff18bf7aa" providerId="ADAL" clId="{2A967772-2A56-4679-9D24-0194781F67DB}" dt="2024-09-19T08:35:29.050" v="5170" actId="20577"/>
        <pc:sldMkLst>
          <pc:docMk/>
          <pc:sldMk cId="461035616" sldId="532"/>
        </pc:sldMkLst>
        <pc:spChg chg="mod">
          <ac:chgData name="阚东" userId="7039b3de-44eb-4b36-856a-06eff18bf7aa" providerId="ADAL" clId="{2A967772-2A56-4679-9D24-0194781F67DB}" dt="2024-09-19T06:25:48.738" v="3537"/>
          <ac:spMkLst>
            <pc:docMk/>
            <pc:sldMk cId="461035616" sldId="532"/>
            <ac:spMk id="3" creationId="{00000000-0000-0000-0000-000000000000}"/>
          </ac:spMkLst>
        </pc:spChg>
        <pc:spChg chg="mod">
          <ac:chgData name="阚东" userId="7039b3de-44eb-4b36-856a-06eff18bf7aa" providerId="ADAL" clId="{2A967772-2A56-4679-9D24-0194781F67DB}" dt="2024-09-19T06:26:21.237" v="3545"/>
          <ac:spMkLst>
            <pc:docMk/>
            <pc:sldMk cId="461035616" sldId="532"/>
            <ac:spMk id="12" creationId="{1DF8C4C2-F93B-45C7-B6DA-6740F7169D0E}"/>
          </ac:spMkLst>
        </pc:spChg>
      </pc:sldChg>
      <pc:sldChg chg="modSp add mod modNotesTx">
        <pc:chgData name="阚东" userId="7039b3de-44eb-4b36-856a-06eff18bf7aa" providerId="ADAL" clId="{2A967772-2A56-4679-9D24-0194781F67DB}" dt="2024-09-19T08:35:35.257" v="5174" actId="5793"/>
        <pc:sldMkLst>
          <pc:docMk/>
          <pc:sldMk cId="2798202884" sldId="533"/>
        </pc:sldMkLst>
        <pc:spChg chg="mod">
          <ac:chgData name="阚东" userId="7039b3de-44eb-4b36-856a-06eff18bf7aa" providerId="ADAL" clId="{2A967772-2A56-4679-9D24-0194781F67DB}" dt="2024-09-19T06:26:45.070" v="3561" actId="20577"/>
          <ac:spMkLst>
            <pc:docMk/>
            <pc:sldMk cId="2798202884" sldId="533"/>
            <ac:spMk id="5" creationId="{FD7369D1-3BA4-41D5-9799-DF738BCCCB40}"/>
          </ac:spMkLst>
        </pc:spChg>
        <pc:spChg chg="mod">
          <ac:chgData name="阚东" userId="7039b3de-44eb-4b36-856a-06eff18bf7aa" providerId="ADAL" clId="{2A967772-2A56-4679-9D24-0194781F67DB}" dt="2024-09-19T06:40:32.172" v="3632" actId="20577"/>
          <ac:spMkLst>
            <pc:docMk/>
            <pc:sldMk cId="2798202884" sldId="533"/>
            <ac:spMk id="12" creationId="{1DF8C4C2-F93B-45C7-B6DA-6740F7169D0E}"/>
          </ac:spMkLst>
        </pc:spChg>
      </pc:sldChg>
      <pc:sldChg chg="modSp add mod modNotesTx">
        <pc:chgData name="阚东" userId="7039b3de-44eb-4b36-856a-06eff18bf7aa" providerId="ADAL" clId="{2A967772-2A56-4679-9D24-0194781F67DB}" dt="2024-09-19T08:35:41.655" v="5178" actId="20577"/>
        <pc:sldMkLst>
          <pc:docMk/>
          <pc:sldMk cId="1805287358" sldId="534"/>
        </pc:sldMkLst>
        <pc:spChg chg="mod">
          <ac:chgData name="阚东" userId="7039b3de-44eb-4b36-856a-06eff18bf7aa" providerId="ADAL" clId="{2A967772-2A56-4679-9D24-0194781F67DB}" dt="2024-09-19T06:26:37.802" v="3555" actId="20577"/>
          <ac:spMkLst>
            <pc:docMk/>
            <pc:sldMk cId="1805287358" sldId="534"/>
            <ac:spMk id="5" creationId="{FD7369D1-3BA4-41D5-9799-DF738BCCCB40}"/>
          </ac:spMkLst>
        </pc:spChg>
        <pc:spChg chg="mod">
          <ac:chgData name="阚东" userId="7039b3de-44eb-4b36-856a-06eff18bf7aa" providerId="ADAL" clId="{2A967772-2A56-4679-9D24-0194781F67DB}" dt="2024-09-19T06:38:32.866" v="3623"/>
          <ac:spMkLst>
            <pc:docMk/>
            <pc:sldMk cId="1805287358" sldId="534"/>
            <ac:spMk id="12" creationId="{1DF8C4C2-F93B-45C7-B6DA-6740F7169D0E}"/>
          </ac:spMkLst>
        </pc:spChg>
      </pc:sldChg>
      <pc:sldChg chg="modSp add mod modNotesTx">
        <pc:chgData name="阚东" userId="7039b3de-44eb-4b36-856a-06eff18bf7aa" providerId="ADAL" clId="{2A967772-2A56-4679-9D24-0194781F67DB}" dt="2024-09-19T08:35:49.628" v="5184" actId="5793"/>
        <pc:sldMkLst>
          <pc:docMk/>
          <pc:sldMk cId="3981978411" sldId="535"/>
        </pc:sldMkLst>
        <pc:spChg chg="mod">
          <ac:chgData name="阚东" userId="7039b3de-44eb-4b36-856a-06eff18bf7aa" providerId="ADAL" clId="{2A967772-2A56-4679-9D24-0194781F67DB}" dt="2024-09-19T06:26:34.742" v="3553" actId="20577"/>
          <ac:spMkLst>
            <pc:docMk/>
            <pc:sldMk cId="3981978411" sldId="535"/>
            <ac:spMk id="5" creationId="{FD7369D1-3BA4-41D5-9799-DF738BCCCB40}"/>
          </ac:spMkLst>
        </pc:spChg>
        <pc:spChg chg="mod">
          <ac:chgData name="阚东" userId="7039b3de-44eb-4b36-856a-06eff18bf7aa" providerId="ADAL" clId="{2A967772-2A56-4679-9D24-0194781F67DB}" dt="2024-09-19T06:38:41.221" v="3624"/>
          <ac:spMkLst>
            <pc:docMk/>
            <pc:sldMk cId="3981978411" sldId="535"/>
            <ac:spMk id="12" creationId="{1DF8C4C2-F93B-45C7-B6DA-6740F7169D0E}"/>
          </ac:spMkLst>
        </pc:spChg>
      </pc:sldChg>
      <pc:sldChg chg="modSp add mod modNotesTx">
        <pc:chgData name="阚东" userId="7039b3de-44eb-4b36-856a-06eff18bf7aa" providerId="ADAL" clId="{2A967772-2A56-4679-9D24-0194781F67DB}" dt="2024-09-19T08:35:56.559" v="5236" actId="5793"/>
        <pc:sldMkLst>
          <pc:docMk/>
          <pc:sldMk cId="2732919702" sldId="536"/>
        </pc:sldMkLst>
        <pc:spChg chg="mod">
          <ac:chgData name="阚东" userId="7039b3de-44eb-4b36-856a-06eff18bf7aa" providerId="ADAL" clId="{2A967772-2A56-4679-9D24-0194781F67DB}" dt="2024-09-19T06:26:31.545" v="3551" actId="20577"/>
          <ac:spMkLst>
            <pc:docMk/>
            <pc:sldMk cId="2732919702" sldId="536"/>
            <ac:spMk id="5" creationId="{FD7369D1-3BA4-41D5-9799-DF738BCCCB40}"/>
          </ac:spMkLst>
        </pc:spChg>
        <pc:spChg chg="mod">
          <ac:chgData name="阚东" userId="7039b3de-44eb-4b36-856a-06eff18bf7aa" providerId="ADAL" clId="{2A967772-2A56-4679-9D24-0194781F67DB}" dt="2024-09-19T06:38:57.027" v="3628"/>
          <ac:spMkLst>
            <pc:docMk/>
            <pc:sldMk cId="2732919702" sldId="536"/>
            <ac:spMk id="12" creationId="{1DF8C4C2-F93B-45C7-B6DA-6740F7169D0E}"/>
          </ac:spMkLst>
        </pc:spChg>
      </pc:sldChg>
      <pc:sldChg chg="addSp delSp modSp add mod">
        <pc:chgData name="阚东" userId="7039b3de-44eb-4b36-856a-06eff18bf7aa" providerId="ADAL" clId="{2A967772-2A56-4679-9D24-0194781F67DB}" dt="2024-09-19T06:36:33.143" v="3601" actId="1076"/>
        <pc:sldMkLst>
          <pc:docMk/>
          <pc:sldMk cId="291338839" sldId="537"/>
        </pc:sldMkLst>
        <pc:picChg chg="del">
          <ac:chgData name="阚东" userId="7039b3de-44eb-4b36-856a-06eff18bf7aa" providerId="ADAL" clId="{2A967772-2A56-4679-9D24-0194781F67DB}" dt="2024-09-19T06:28:54.667" v="3570" actId="478"/>
          <ac:picMkLst>
            <pc:docMk/>
            <pc:sldMk cId="291338839" sldId="537"/>
            <ac:picMk id="5" creationId="{A171A1D4-92AF-462D-B54B-B216928AD553}"/>
          </ac:picMkLst>
        </pc:picChg>
        <pc:picChg chg="add mod">
          <ac:chgData name="阚东" userId="7039b3de-44eb-4b36-856a-06eff18bf7aa" providerId="ADAL" clId="{2A967772-2A56-4679-9D24-0194781F67DB}" dt="2024-09-19T06:36:33.143" v="3601" actId="1076"/>
          <ac:picMkLst>
            <pc:docMk/>
            <pc:sldMk cId="291338839" sldId="537"/>
            <ac:picMk id="6" creationId="{88911086-0DBD-44B4-8274-6CE20BB26E02}"/>
          </ac:picMkLst>
        </pc:picChg>
      </pc:sldChg>
      <pc:sldChg chg="addSp delSp modSp add mod">
        <pc:chgData name="阚东" userId="7039b3de-44eb-4b36-856a-06eff18bf7aa" providerId="ADAL" clId="{2A967772-2A56-4679-9D24-0194781F67DB}" dt="2024-09-19T06:37:59.971" v="3621" actId="1076"/>
        <pc:sldMkLst>
          <pc:docMk/>
          <pc:sldMk cId="1686227836" sldId="538"/>
        </pc:sldMkLst>
        <pc:grpChg chg="add mod">
          <ac:chgData name="阚东" userId="7039b3de-44eb-4b36-856a-06eff18bf7aa" providerId="ADAL" clId="{2A967772-2A56-4679-9D24-0194781F67DB}" dt="2024-09-19T06:37:59.971" v="3621" actId="1076"/>
          <ac:grpSpMkLst>
            <pc:docMk/>
            <pc:sldMk cId="1686227836" sldId="538"/>
            <ac:grpSpMk id="9" creationId="{9049DDE1-CE07-480C-B7FB-C7BEC7A5F1CB}"/>
          </ac:grpSpMkLst>
        </pc:grpChg>
        <pc:picChg chg="add mod">
          <ac:chgData name="阚东" userId="7039b3de-44eb-4b36-856a-06eff18bf7aa" providerId="ADAL" clId="{2A967772-2A56-4679-9D24-0194781F67DB}" dt="2024-09-19T06:37:33.618" v="3607" actId="164"/>
          <ac:picMkLst>
            <pc:docMk/>
            <pc:sldMk cId="1686227836" sldId="538"/>
            <ac:picMk id="5" creationId="{D1D4BB98-15DB-48B5-8858-0A07A76DE0D0}"/>
          </ac:picMkLst>
        </pc:picChg>
        <pc:picChg chg="del">
          <ac:chgData name="阚东" userId="7039b3de-44eb-4b36-856a-06eff18bf7aa" providerId="ADAL" clId="{2A967772-2A56-4679-9D24-0194781F67DB}" dt="2024-09-19T06:36:41.763" v="3603" actId="478"/>
          <ac:picMkLst>
            <pc:docMk/>
            <pc:sldMk cId="1686227836" sldId="538"/>
            <ac:picMk id="6" creationId="{88911086-0DBD-44B4-8274-6CE20BB26E02}"/>
          </ac:picMkLst>
        </pc:picChg>
        <pc:picChg chg="add mod">
          <ac:chgData name="阚东" userId="7039b3de-44eb-4b36-856a-06eff18bf7aa" providerId="ADAL" clId="{2A967772-2A56-4679-9D24-0194781F67DB}" dt="2024-09-19T06:37:33.618" v="3607" actId="164"/>
          <ac:picMkLst>
            <pc:docMk/>
            <pc:sldMk cId="1686227836" sldId="538"/>
            <ac:picMk id="8" creationId="{58AB8B38-063F-4746-9CE9-ECB3C868CD84}"/>
          </ac:picMkLst>
        </pc:picChg>
      </pc:sldChg>
      <pc:sldChg chg="addSp delSp modSp add mod modNotesTx">
        <pc:chgData name="阚东" userId="7039b3de-44eb-4b36-856a-06eff18bf7aa" providerId="ADAL" clId="{2A967772-2A56-4679-9D24-0194781F67DB}" dt="2024-09-19T08:39:45.648" v="5263" actId="20577"/>
        <pc:sldMkLst>
          <pc:docMk/>
          <pc:sldMk cId="816871353" sldId="539"/>
        </pc:sldMkLst>
        <pc:spChg chg="mod">
          <ac:chgData name="阚东" userId="7039b3de-44eb-4b36-856a-06eff18bf7aa" providerId="ADAL" clId="{2A967772-2A56-4679-9D24-0194781F67DB}" dt="2024-09-19T06:41:18.441" v="3636"/>
          <ac:spMkLst>
            <pc:docMk/>
            <pc:sldMk cId="816871353" sldId="539"/>
            <ac:spMk id="3" creationId="{00000000-0000-0000-0000-000000000000}"/>
          </ac:spMkLst>
        </pc:spChg>
        <pc:grpChg chg="del">
          <ac:chgData name="阚东" userId="7039b3de-44eb-4b36-856a-06eff18bf7aa" providerId="ADAL" clId="{2A967772-2A56-4679-9D24-0194781F67DB}" dt="2024-09-19T06:41:19.653" v="3637" actId="478"/>
          <ac:grpSpMkLst>
            <pc:docMk/>
            <pc:sldMk cId="816871353" sldId="539"/>
            <ac:grpSpMk id="9" creationId="{9049DDE1-CE07-480C-B7FB-C7BEC7A5F1CB}"/>
          </ac:grpSpMkLst>
        </pc:grpChg>
        <pc:picChg chg="add mod">
          <ac:chgData name="阚东" userId="7039b3de-44eb-4b36-856a-06eff18bf7aa" providerId="ADAL" clId="{2A967772-2A56-4679-9D24-0194781F67DB}" dt="2024-09-19T06:41:56.561" v="3643" actId="1076"/>
          <ac:picMkLst>
            <pc:docMk/>
            <pc:sldMk cId="816871353" sldId="539"/>
            <ac:picMk id="6" creationId="{14B5F14D-1BAC-4BE2-B417-24A78C5627A2}"/>
          </ac:picMkLst>
        </pc:picChg>
      </pc:sldChg>
      <pc:sldChg chg="addSp delSp modSp add mod modNotesTx">
        <pc:chgData name="阚东" userId="7039b3de-44eb-4b36-856a-06eff18bf7aa" providerId="ADAL" clId="{2A967772-2A56-4679-9D24-0194781F67DB}" dt="2024-09-19T08:40:56.540" v="5271" actId="20577"/>
        <pc:sldMkLst>
          <pc:docMk/>
          <pc:sldMk cId="125135451" sldId="540"/>
        </pc:sldMkLst>
        <pc:spChg chg="mod">
          <ac:chgData name="阚东" userId="7039b3de-44eb-4b36-856a-06eff18bf7aa" providerId="ADAL" clId="{2A967772-2A56-4679-9D24-0194781F67DB}" dt="2024-09-19T06:42:30.412" v="3645"/>
          <ac:spMkLst>
            <pc:docMk/>
            <pc:sldMk cId="125135451" sldId="540"/>
            <ac:spMk id="3" creationId="{00000000-0000-0000-0000-000000000000}"/>
          </ac:spMkLst>
        </pc:spChg>
        <pc:picChg chg="add mod">
          <ac:chgData name="阚东" userId="7039b3de-44eb-4b36-856a-06eff18bf7aa" providerId="ADAL" clId="{2A967772-2A56-4679-9D24-0194781F67DB}" dt="2024-09-19T06:43:11.628" v="3649" actId="1076"/>
          <ac:picMkLst>
            <pc:docMk/>
            <pc:sldMk cId="125135451" sldId="540"/>
            <ac:picMk id="5" creationId="{83C6A076-7182-4CEA-9443-9766FD146EC6}"/>
          </ac:picMkLst>
        </pc:picChg>
        <pc:picChg chg="del">
          <ac:chgData name="阚东" userId="7039b3de-44eb-4b36-856a-06eff18bf7aa" providerId="ADAL" clId="{2A967772-2A56-4679-9D24-0194781F67DB}" dt="2024-09-19T06:42:31.364" v="3646" actId="478"/>
          <ac:picMkLst>
            <pc:docMk/>
            <pc:sldMk cId="125135451" sldId="540"/>
            <ac:picMk id="6" creationId="{14B5F14D-1BAC-4BE2-B417-24A78C5627A2}"/>
          </ac:picMkLst>
        </pc:picChg>
      </pc:sldChg>
      <pc:sldChg chg="addSp delSp modSp add mod modNotesTx">
        <pc:chgData name="阚东" userId="7039b3de-44eb-4b36-856a-06eff18bf7aa" providerId="ADAL" clId="{2A967772-2A56-4679-9D24-0194781F67DB}" dt="2024-09-19T08:44:01.142" v="5315" actId="20577"/>
        <pc:sldMkLst>
          <pc:docMk/>
          <pc:sldMk cId="45084996" sldId="541"/>
        </pc:sldMkLst>
        <pc:spChg chg="mod">
          <ac:chgData name="阚东" userId="7039b3de-44eb-4b36-856a-06eff18bf7aa" providerId="ADAL" clId="{2A967772-2A56-4679-9D24-0194781F67DB}" dt="2024-09-19T06:43:43.353" v="3651"/>
          <ac:spMkLst>
            <pc:docMk/>
            <pc:sldMk cId="45084996" sldId="541"/>
            <ac:spMk id="3" creationId="{00000000-0000-0000-0000-000000000000}"/>
          </ac:spMkLst>
        </pc:spChg>
        <pc:picChg chg="del">
          <ac:chgData name="阚东" userId="7039b3de-44eb-4b36-856a-06eff18bf7aa" providerId="ADAL" clId="{2A967772-2A56-4679-9D24-0194781F67DB}" dt="2024-09-19T06:43:44.175" v="3652" actId="478"/>
          <ac:picMkLst>
            <pc:docMk/>
            <pc:sldMk cId="45084996" sldId="541"/>
            <ac:picMk id="5" creationId="{83C6A076-7182-4CEA-9443-9766FD146EC6}"/>
          </ac:picMkLst>
        </pc:picChg>
        <pc:picChg chg="add mod">
          <ac:chgData name="阚东" userId="7039b3de-44eb-4b36-856a-06eff18bf7aa" providerId="ADAL" clId="{2A967772-2A56-4679-9D24-0194781F67DB}" dt="2024-09-19T08:42:33.031" v="5288" actId="1076"/>
          <ac:picMkLst>
            <pc:docMk/>
            <pc:sldMk cId="45084996" sldId="541"/>
            <ac:picMk id="6" creationId="{0FD9450A-53E7-4EB2-A5B8-F3BDB6B4B6D3}"/>
          </ac:picMkLst>
        </pc:picChg>
        <pc:picChg chg="add del mod modCrop">
          <ac:chgData name="阚东" userId="7039b3de-44eb-4b36-856a-06eff18bf7aa" providerId="ADAL" clId="{2A967772-2A56-4679-9D24-0194781F67DB}" dt="2024-09-19T08:43:44.671" v="5312" actId="1076"/>
          <ac:picMkLst>
            <pc:docMk/>
            <pc:sldMk cId="45084996" sldId="541"/>
            <ac:picMk id="8" creationId="{CDBEBDEC-405F-4282-9942-D710CCFEFF6A}"/>
          </ac:picMkLst>
        </pc:picChg>
        <pc:picChg chg="add del mod">
          <ac:chgData name="阚东" userId="7039b3de-44eb-4b36-856a-06eff18bf7aa" providerId="ADAL" clId="{2A967772-2A56-4679-9D24-0194781F67DB}" dt="2024-09-19T08:43:19.595" v="5295"/>
          <ac:picMkLst>
            <pc:docMk/>
            <pc:sldMk cId="45084996" sldId="541"/>
            <ac:picMk id="9" creationId="{0CB0FD6C-2AA5-4093-9BC9-403D79841DF0}"/>
          </ac:picMkLst>
        </pc:picChg>
        <pc:picChg chg="add mod">
          <ac:chgData name="阚东" userId="7039b3de-44eb-4b36-856a-06eff18bf7aa" providerId="ADAL" clId="{2A967772-2A56-4679-9D24-0194781F67DB}" dt="2024-09-19T08:43:43.202" v="5311" actId="1076"/>
          <ac:picMkLst>
            <pc:docMk/>
            <pc:sldMk cId="45084996" sldId="541"/>
            <ac:picMk id="10" creationId="{C7BA48A1-5664-4208-A1E1-5048DC56D244}"/>
          </ac:picMkLst>
        </pc:picChg>
      </pc:sldChg>
      <pc:sldChg chg="addSp modSp add mod modNotesTx">
        <pc:chgData name="阚东" userId="7039b3de-44eb-4b36-856a-06eff18bf7aa" providerId="ADAL" clId="{2A967772-2A56-4679-9D24-0194781F67DB}" dt="2024-09-19T08:45:04.139" v="5322" actId="20577"/>
        <pc:sldMkLst>
          <pc:docMk/>
          <pc:sldMk cId="3207869463" sldId="542"/>
        </pc:sldMkLst>
        <pc:spChg chg="mod">
          <ac:chgData name="阚东" userId="7039b3de-44eb-4b36-856a-06eff18bf7aa" providerId="ADAL" clId="{2A967772-2A56-4679-9D24-0194781F67DB}" dt="2024-09-19T06:44:04.755" v="3654"/>
          <ac:spMkLst>
            <pc:docMk/>
            <pc:sldMk cId="3207869463" sldId="542"/>
            <ac:spMk id="3" creationId="{00000000-0000-0000-0000-000000000000}"/>
          </ac:spMkLst>
        </pc:spChg>
        <pc:picChg chg="add mod">
          <ac:chgData name="阚东" userId="7039b3de-44eb-4b36-856a-06eff18bf7aa" providerId="ADAL" clId="{2A967772-2A56-4679-9D24-0194781F67DB}" dt="2024-09-19T06:45:31.232" v="3663" actId="1076"/>
          <ac:picMkLst>
            <pc:docMk/>
            <pc:sldMk cId="3207869463" sldId="542"/>
            <ac:picMk id="5" creationId="{00C964B6-C0AD-49B6-A597-D9028CCD6606}"/>
          </ac:picMkLst>
        </pc:picChg>
      </pc:sldChg>
      <pc:sldChg chg="modSp add mod setBg">
        <pc:chgData name="阚东" userId="7039b3de-44eb-4b36-856a-06eff18bf7aa" providerId="ADAL" clId="{2A967772-2A56-4679-9D24-0194781F67DB}" dt="2024-09-19T08:46:01.096" v="5323"/>
        <pc:sldMkLst>
          <pc:docMk/>
          <pc:sldMk cId="2859309017" sldId="543"/>
        </pc:sldMkLst>
        <pc:spChg chg="mod">
          <ac:chgData name="阚东" userId="7039b3de-44eb-4b36-856a-06eff18bf7aa" providerId="ADAL" clId="{2A967772-2A56-4679-9D24-0194781F67DB}" dt="2024-09-19T07:13:00.351" v="3865" actId="1036"/>
          <ac:spMkLst>
            <pc:docMk/>
            <pc:sldMk cId="2859309017" sldId="543"/>
            <ac:spMk id="6" creationId="{00000000-0000-0000-0000-000000000000}"/>
          </ac:spMkLst>
        </pc:spChg>
        <pc:spChg chg="mod">
          <ac:chgData name="阚东" userId="7039b3de-44eb-4b36-856a-06eff18bf7aa" providerId="ADAL" clId="{2A967772-2A56-4679-9D24-0194781F67DB}" dt="2024-09-19T08:46:01.096" v="5323"/>
          <ac:spMkLst>
            <pc:docMk/>
            <pc:sldMk cId="2859309017" sldId="543"/>
            <ac:spMk id="9" creationId="{00000000-0000-0000-0000-000000000000}"/>
          </ac:spMkLst>
        </pc:spChg>
      </pc:sldChg>
      <pc:sldChg chg="addSp delSp modSp add mod modNotesTx">
        <pc:chgData name="阚东" userId="7039b3de-44eb-4b36-856a-06eff18bf7aa" providerId="ADAL" clId="{2A967772-2A56-4679-9D24-0194781F67DB}" dt="2024-09-19T08:46:17.948" v="5324"/>
        <pc:sldMkLst>
          <pc:docMk/>
          <pc:sldMk cId="2232264335" sldId="544"/>
        </pc:sldMkLst>
        <pc:spChg chg="mod">
          <ac:chgData name="阚东" userId="7039b3de-44eb-4b36-856a-06eff18bf7aa" providerId="ADAL" clId="{2A967772-2A56-4679-9D24-0194781F67DB}" dt="2024-09-19T07:13:13.369" v="3880"/>
          <ac:spMkLst>
            <pc:docMk/>
            <pc:sldMk cId="2232264335" sldId="544"/>
            <ac:spMk id="3" creationId="{00000000-0000-0000-0000-000000000000}"/>
          </ac:spMkLst>
        </pc:spChg>
        <pc:picChg chg="del">
          <ac:chgData name="阚东" userId="7039b3de-44eb-4b36-856a-06eff18bf7aa" providerId="ADAL" clId="{2A967772-2A56-4679-9D24-0194781F67DB}" dt="2024-09-19T07:13:09.253" v="3867" actId="478"/>
          <ac:picMkLst>
            <pc:docMk/>
            <pc:sldMk cId="2232264335" sldId="544"/>
            <ac:picMk id="5" creationId="{00C964B6-C0AD-49B6-A597-D9028CCD6606}"/>
          </ac:picMkLst>
        </pc:picChg>
        <pc:picChg chg="add mod">
          <ac:chgData name="阚东" userId="7039b3de-44eb-4b36-856a-06eff18bf7aa" providerId="ADAL" clId="{2A967772-2A56-4679-9D24-0194781F67DB}" dt="2024-09-19T07:14:42.736" v="3893" actId="1076"/>
          <ac:picMkLst>
            <pc:docMk/>
            <pc:sldMk cId="2232264335" sldId="544"/>
            <ac:picMk id="6" creationId="{23809D75-6AA6-4F0C-82A3-D607F0EEFB7E}"/>
          </ac:picMkLst>
        </pc:picChg>
      </pc:sldChg>
      <pc:sldChg chg="addSp delSp modSp add mod">
        <pc:chgData name="阚东" userId="7039b3de-44eb-4b36-856a-06eff18bf7aa" providerId="ADAL" clId="{2A967772-2A56-4679-9D24-0194781F67DB}" dt="2024-09-19T07:14:38.163" v="3892" actId="1076"/>
        <pc:sldMkLst>
          <pc:docMk/>
          <pc:sldMk cId="1632416167" sldId="545"/>
        </pc:sldMkLst>
        <pc:picChg chg="add mod">
          <ac:chgData name="阚东" userId="7039b3de-44eb-4b36-856a-06eff18bf7aa" providerId="ADAL" clId="{2A967772-2A56-4679-9D24-0194781F67DB}" dt="2024-09-19T07:14:38.163" v="3892" actId="1076"/>
          <ac:picMkLst>
            <pc:docMk/>
            <pc:sldMk cId="1632416167" sldId="545"/>
            <ac:picMk id="5" creationId="{9616C4DD-1D98-4324-B413-5FF54F3F4A64}"/>
          </ac:picMkLst>
        </pc:picChg>
        <pc:picChg chg="del">
          <ac:chgData name="阚东" userId="7039b3de-44eb-4b36-856a-06eff18bf7aa" providerId="ADAL" clId="{2A967772-2A56-4679-9D24-0194781F67DB}" dt="2024-09-19T07:13:51.375" v="3887" actId="478"/>
          <ac:picMkLst>
            <pc:docMk/>
            <pc:sldMk cId="1632416167" sldId="545"/>
            <ac:picMk id="6" creationId="{23809D75-6AA6-4F0C-82A3-D607F0EEFB7E}"/>
          </ac:picMkLst>
        </pc:picChg>
      </pc:sldChg>
      <pc:sldChg chg="add del">
        <pc:chgData name="阚东" userId="7039b3de-44eb-4b36-856a-06eff18bf7aa" providerId="ADAL" clId="{2A967772-2A56-4679-9D24-0194781F67DB}" dt="2024-09-19T07:17:25.930" v="3930" actId="47"/>
        <pc:sldMkLst>
          <pc:docMk/>
          <pc:sldMk cId="1534741382" sldId="546"/>
        </pc:sldMkLst>
      </pc:sldChg>
      <pc:sldChg chg="addSp delSp modSp add mod modNotesTx">
        <pc:chgData name="阚东" userId="7039b3de-44eb-4b36-856a-06eff18bf7aa" providerId="ADAL" clId="{2A967772-2A56-4679-9D24-0194781F67DB}" dt="2024-09-19T08:46:46.655" v="5325"/>
        <pc:sldMkLst>
          <pc:docMk/>
          <pc:sldMk cId="4008954668" sldId="547"/>
        </pc:sldMkLst>
        <pc:spChg chg="mod">
          <ac:chgData name="阚东" userId="7039b3de-44eb-4b36-856a-06eff18bf7aa" providerId="ADAL" clId="{2A967772-2A56-4679-9D24-0194781F67DB}" dt="2024-09-19T07:17:14.553" v="3926"/>
          <ac:spMkLst>
            <pc:docMk/>
            <pc:sldMk cId="4008954668" sldId="547"/>
            <ac:spMk id="3" creationId="{00000000-0000-0000-0000-000000000000}"/>
          </ac:spMkLst>
        </pc:spChg>
        <pc:picChg chg="del">
          <ac:chgData name="阚东" userId="7039b3de-44eb-4b36-856a-06eff18bf7aa" providerId="ADAL" clId="{2A967772-2A56-4679-9D24-0194781F67DB}" dt="2024-09-19T07:15:14.266" v="3896" actId="478"/>
          <ac:picMkLst>
            <pc:docMk/>
            <pc:sldMk cId="4008954668" sldId="547"/>
            <ac:picMk id="5" creationId="{9616C4DD-1D98-4324-B413-5FF54F3F4A64}"/>
          </ac:picMkLst>
        </pc:picChg>
        <pc:picChg chg="add mod">
          <ac:chgData name="阚东" userId="7039b3de-44eb-4b36-856a-06eff18bf7aa" providerId="ADAL" clId="{2A967772-2A56-4679-9D24-0194781F67DB}" dt="2024-09-19T07:15:29.931" v="3902"/>
          <ac:picMkLst>
            <pc:docMk/>
            <pc:sldMk cId="4008954668" sldId="547"/>
            <ac:picMk id="6" creationId="{D54B0D3D-5EFA-4F3D-BFED-AFA3EE635BC7}"/>
          </ac:picMkLst>
        </pc:picChg>
      </pc:sldChg>
      <pc:sldChg chg="addSp modSp add mod modNotesTx">
        <pc:chgData name="阚东" userId="7039b3de-44eb-4b36-856a-06eff18bf7aa" providerId="ADAL" clId="{2A967772-2A56-4679-9D24-0194781F67DB}" dt="2024-09-19T08:47:04.614" v="5326"/>
        <pc:sldMkLst>
          <pc:docMk/>
          <pc:sldMk cId="1283144434" sldId="548"/>
        </pc:sldMkLst>
        <pc:spChg chg="mod">
          <ac:chgData name="阚东" userId="7039b3de-44eb-4b36-856a-06eff18bf7aa" providerId="ADAL" clId="{2A967772-2A56-4679-9D24-0194781F67DB}" dt="2024-09-19T07:17:16.740" v="3927"/>
          <ac:spMkLst>
            <pc:docMk/>
            <pc:sldMk cId="1283144434" sldId="548"/>
            <ac:spMk id="3" creationId="{00000000-0000-0000-0000-000000000000}"/>
          </ac:spMkLst>
        </pc:spChg>
        <pc:picChg chg="add mod">
          <ac:chgData name="阚东" userId="7039b3de-44eb-4b36-856a-06eff18bf7aa" providerId="ADAL" clId="{2A967772-2A56-4679-9D24-0194781F67DB}" dt="2024-09-19T07:15:54.592" v="3909" actId="1076"/>
          <ac:picMkLst>
            <pc:docMk/>
            <pc:sldMk cId="1283144434" sldId="548"/>
            <ac:picMk id="5" creationId="{139F523D-9BBD-4721-816B-AED799B64B9A}"/>
          </ac:picMkLst>
        </pc:picChg>
      </pc:sldChg>
      <pc:sldChg chg="addSp delSp modSp add mod modNotesTx">
        <pc:chgData name="阚东" userId="7039b3de-44eb-4b36-856a-06eff18bf7aa" providerId="ADAL" clId="{2A967772-2A56-4679-9D24-0194781F67DB}" dt="2024-09-19T08:47:51.476" v="5329"/>
        <pc:sldMkLst>
          <pc:docMk/>
          <pc:sldMk cId="121028646" sldId="549"/>
        </pc:sldMkLst>
        <pc:spChg chg="mod">
          <ac:chgData name="阚东" userId="7039b3de-44eb-4b36-856a-06eff18bf7aa" providerId="ADAL" clId="{2A967772-2A56-4679-9D24-0194781F67DB}" dt="2024-09-19T07:17:18.614" v="3928"/>
          <ac:spMkLst>
            <pc:docMk/>
            <pc:sldMk cId="121028646" sldId="549"/>
            <ac:spMk id="3" creationId="{00000000-0000-0000-0000-000000000000}"/>
          </ac:spMkLst>
        </pc:spChg>
        <pc:picChg chg="add del mod">
          <ac:chgData name="阚东" userId="7039b3de-44eb-4b36-856a-06eff18bf7aa" providerId="ADAL" clId="{2A967772-2A56-4679-9D24-0194781F67DB}" dt="2024-09-19T07:15:31.528" v="3903" actId="478"/>
          <ac:picMkLst>
            <pc:docMk/>
            <pc:sldMk cId="121028646" sldId="549"/>
            <ac:picMk id="5" creationId="{E10B1664-EF05-474A-B9C9-F662F9867C06}"/>
          </ac:picMkLst>
        </pc:picChg>
        <pc:picChg chg="add del">
          <ac:chgData name="阚东" userId="7039b3de-44eb-4b36-856a-06eff18bf7aa" providerId="ADAL" clId="{2A967772-2A56-4679-9D24-0194781F67DB}" dt="2024-09-19T07:15:48.864" v="3905" actId="22"/>
          <ac:picMkLst>
            <pc:docMk/>
            <pc:sldMk cId="121028646" sldId="549"/>
            <ac:picMk id="7" creationId="{E4E489EA-A978-43A3-BCF2-D8A84BDCBD3C}"/>
          </ac:picMkLst>
        </pc:picChg>
        <pc:picChg chg="add mod">
          <ac:chgData name="阚东" userId="7039b3de-44eb-4b36-856a-06eff18bf7aa" providerId="ADAL" clId="{2A967772-2A56-4679-9D24-0194781F67DB}" dt="2024-09-19T07:16:21.061" v="3914" actId="1076"/>
          <ac:picMkLst>
            <pc:docMk/>
            <pc:sldMk cId="121028646" sldId="549"/>
            <ac:picMk id="9" creationId="{9AA11703-970F-4F4C-9F63-FC3EF57B465C}"/>
          </ac:picMkLst>
        </pc:picChg>
      </pc:sldChg>
      <pc:sldChg chg="addSp delSp modSp add mod modNotesTx">
        <pc:chgData name="阚东" userId="7039b3de-44eb-4b36-856a-06eff18bf7aa" providerId="ADAL" clId="{2A967772-2A56-4679-9D24-0194781F67DB}" dt="2024-09-19T08:48:01.518" v="5331" actId="20577"/>
        <pc:sldMkLst>
          <pc:docMk/>
          <pc:sldMk cId="1575867374" sldId="550"/>
        </pc:sldMkLst>
        <pc:spChg chg="mod">
          <ac:chgData name="阚东" userId="7039b3de-44eb-4b36-856a-06eff18bf7aa" providerId="ADAL" clId="{2A967772-2A56-4679-9D24-0194781F67DB}" dt="2024-09-19T07:17:20.240" v="3929"/>
          <ac:spMkLst>
            <pc:docMk/>
            <pc:sldMk cId="1575867374" sldId="550"/>
            <ac:spMk id="3" creationId="{00000000-0000-0000-0000-000000000000}"/>
          </ac:spMkLst>
        </pc:spChg>
        <pc:picChg chg="add mod">
          <ac:chgData name="阚东" userId="7039b3de-44eb-4b36-856a-06eff18bf7aa" providerId="ADAL" clId="{2A967772-2A56-4679-9D24-0194781F67DB}" dt="2024-09-19T07:16:47.866" v="3919" actId="1076"/>
          <ac:picMkLst>
            <pc:docMk/>
            <pc:sldMk cId="1575867374" sldId="550"/>
            <ac:picMk id="5" creationId="{F3F38636-FB57-40A0-A6C7-77760512E7C7}"/>
          </ac:picMkLst>
        </pc:picChg>
        <pc:picChg chg="del">
          <ac:chgData name="阚东" userId="7039b3de-44eb-4b36-856a-06eff18bf7aa" providerId="ADAL" clId="{2A967772-2A56-4679-9D24-0194781F67DB}" dt="2024-09-19T07:16:26.936" v="3916" actId="478"/>
          <ac:picMkLst>
            <pc:docMk/>
            <pc:sldMk cId="1575867374" sldId="550"/>
            <ac:picMk id="9" creationId="{9AA11703-970F-4F4C-9F63-FC3EF57B465C}"/>
          </ac:picMkLst>
        </pc:picChg>
      </pc:sldChg>
      <pc:sldChg chg="addSp delSp modSp add mod modNotesTx">
        <pc:chgData name="阚东" userId="7039b3de-44eb-4b36-856a-06eff18bf7aa" providerId="ADAL" clId="{2A967772-2A56-4679-9D24-0194781F67DB}" dt="2024-09-19T08:48:09.742" v="5332" actId="20577"/>
        <pc:sldMkLst>
          <pc:docMk/>
          <pc:sldMk cId="2600987343" sldId="551"/>
        </pc:sldMkLst>
        <pc:picChg chg="del">
          <ac:chgData name="阚东" userId="7039b3de-44eb-4b36-856a-06eff18bf7aa" providerId="ADAL" clId="{2A967772-2A56-4679-9D24-0194781F67DB}" dt="2024-09-19T07:17:10.580" v="3921" actId="478"/>
          <ac:picMkLst>
            <pc:docMk/>
            <pc:sldMk cId="2600987343" sldId="551"/>
            <ac:picMk id="5" creationId="{F3F38636-FB57-40A0-A6C7-77760512E7C7}"/>
          </ac:picMkLst>
        </pc:picChg>
        <pc:picChg chg="add del mod">
          <ac:chgData name="阚东" userId="7039b3de-44eb-4b36-856a-06eff18bf7aa" providerId="ADAL" clId="{2A967772-2A56-4679-9D24-0194781F67DB}" dt="2024-09-19T07:19:27.365" v="3938" actId="478"/>
          <ac:picMkLst>
            <pc:docMk/>
            <pc:sldMk cId="2600987343" sldId="551"/>
            <ac:picMk id="6" creationId="{50069690-DDFE-48C5-8811-352BA0A94D6B}"/>
          </ac:picMkLst>
        </pc:picChg>
        <pc:picChg chg="add mod">
          <ac:chgData name="阚东" userId="7039b3de-44eb-4b36-856a-06eff18bf7aa" providerId="ADAL" clId="{2A967772-2A56-4679-9D24-0194781F67DB}" dt="2024-09-19T07:19:37.748" v="3945" actId="1076"/>
          <ac:picMkLst>
            <pc:docMk/>
            <pc:sldMk cId="2600987343" sldId="551"/>
            <ac:picMk id="8" creationId="{2AF6510D-1EEA-456B-B6DD-8558C7805CDC}"/>
          </ac:picMkLst>
        </pc:picChg>
      </pc:sldChg>
      <pc:sldChg chg="addSp modSp add modTransition modNotesTx">
        <pc:chgData name="阚东" userId="7039b3de-44eb-4b36-856a-06eff18bf7aa" providerId="ADAL" clId="{2A967772-2A56-4679-9D24-0194781F67DB}" dt="2024-09-19T08:09:51.048" v="4848" actId="20577"/>
        <pc:sldMkLst>
          <pc:docMk/>
          <pc:sldMk cId="2991653249" sldId="552"/>
        </pc:sldMkLst>
        <pc:grpChg chg="add mod">
          <ac:chgData name="阚东" userId="7039b3de-44eb-4b36-856a-06eff18bf7aa" providerId="ADAL" clId="{2A967772-2A56-4679-9D24-0194781F67DB}" dt="2024-09-19T08:06:00.936" v="4459"/>
          <ac:grpSpMkLst>
            <pc:docMk/>
            <pc:sldMk cId="2991653249" sldId="552"/>
            <ac:grpSpMk id="10" creationId="{E5354593-0973-458B-8EE5-12CCEFE29E65}"/>
          </ac:grpSpMkLst>
        </pc:grpChg>
        <pc:picChg chg="mod">
          <ac:chgData name="阚东" userId="7039b3de-44eb-4b36-856a-06eff18bf7aa" providerId="ADAL" clId="{2A967772-2A56-4679-9D24-0194781F67DB}" dt="2024-09-19T08:06:00.936" v="4459"/>
          <ac:picMkLst>
            <pc:docMk/>
            <pc:sldMk cId="2991653249" sldId="552"/>
            <ac:picMk id="11" creationId="{75E94A21-4514-4AC2-8A99-1B5D2F37AE3D}"/>
          </ac:picMkLst>
        </pc:picChg>
        <pc:picChg chg="mod">
          <ac:chgData name="阚东" userId="7039b3de-44eb-4b36-856a-06eff18bf7aa" providerId="ADAL" clId="{2A967772-2A56-4679-9D24-0194781F67DB}" dt="2024-09-19T08:06:00.936" v="4459"/>
          <ac:picMkLst>
            <pc:docMk/>
            <pc:sldMk cId="2991653249" sldId="552"/>
            <ac:picMk id="12" creationId="{147813E6-7062-4403-8776-5E360458028D}"/>
          </ac:picMkLst>
        </pc:picChg>
      </pc:sldChg>
      <pc:sldChg chg="addSp modSp add mod modTransition modNotesTx">
        <pc:chgData name="阚东" userId="7039b3de-44eb-4b36-856a-06eff18bf7aa" providerId="ADAL" clId="{2A967772-2A56-4679-9D24-0194781F67DB}" dt="2024-09-19T08:09:54.806" v="4850" actId="20577"/>
        <pc:sldMkLst>
          <pc:docMk/>
          <pc:sldMk cId="3094232251" sldId="553"/>
        </pc:sldMkLst>
        <pc:grpChg chg="add mod">
          <ac:chgData name="阚东" userId="7039b3de-44eb-4b36-856a-06eff18bf7aa" providerId="ADAL" clId="{2A967772-2A56-4679-9D24-0194781F67DB}" dt="2024-09-19T08:06:35.893" v="4846" actId="1037"/>
          <ac:grpSpMkLst>
            <pc:docMk/>
            <pc:sldMk cId="3094232251" sldId="553"/>
            <ac:grpSpMk id="10" creationId="{278E7169-CB4D-4709-87A1-50EA84D26DE4}"/>
          </ac:grpSpMkLst>
        </pc:grpChg>
        <pc:picChg chg="mod">
          <ac:chgData name="阚东" userId="7039b3de-44eb-4b36-856a-06eff18bf7aa" providerId="ADAL" clId="{2A967772-2A56-4679-9D24-0194781F67DB}" dt="2024-09-19T08:06:28.317" v="4659"/>
          <ac:picMkLst>
            <pc:docMk/>
            <pc:sldMk cId="3094232251" sldId="553"/>
            <ac:picMk id="11" creationId="{7FC0E21E-BFA4-42AE-BBF8-0EA7E2C2B121}"/>
          </ac:picMkLst>
        </pc:picChg>
        <pc:picChg chg="mod">
          <ac:chgData name="阚东" userId="7039b3de-44eb-4b36-856a-06eff18bf7aa" providerId="ADAL" clId="{2A967772-2A56-4679-9D24-0194781F67DB}" dt="2024-09-19T08:06:28.317" v="4659"/>
          <ac:picMkLst>
            <pc:docMk/>
            <pc:sldMk cId="3094232251" sldId="553"/>
            <ac:picMk id="12" creationId="{41357EB9-6B56-42B1-A12C-EF7F86406B7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0797A1-4835-44A0-92EB-AD5452DEE273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5767F2-0C03-406D-8BA6-A174136B24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D28764-9015-4647-AA92-F749CEE7B340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634212-A9A7-4B0A-843A-3259CA5895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各位同学，大家晚上好。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今天我要分享的是发表在</a:t>
            </a:r>
            <a:r>
              <a:rPr lang="en-US" altLang="zh-CN" dirty="0">
                <a:effectLst/>
              </a:rPr>
              <a:t>2025</a:t>
            </a:r>
            <a:r>
              <a:rPr lang="zh-CN" altLang="en-US" dirty="0">
                <a:effectLst/>
              </a:rPr>
              <a:t>年</a:t>
            </a:r>
            <a:r>
              <a:rPr lang="en-US" altLang="zh-CN" dirty="0">
                <a:effectLst/>
              </a:rPr>
              <a:t>SIGMOD</a:t>
            </a:r>
            <a:r>
              <a:rPr lang="zh-CN" altLang="en-US" dirty="0">
                <a:effectLst/>
              </a:rPr>
              <a:t>上的文章，题目是</a:t>
            </a:r>
            <a:r>
              <a:rPr lang="en-US" altLang="zh-CN" dirty="0">
                <a:effectLst/>
              </a:rPr>
              <a:t>《</a:t>
            </a:r>
            <a:r>
              <a:rPr lang="zh-CN" altLang="en-US" dirty="0">
                <a:effectLst/>
              </a:rPr>
              <a:t>基于大语言模型上下文聚类的实体解析</a:t>
            </a:r>
            <a:r>
              <a:rPr lang="en-US" altLang="zh-CN" dirty="0">
                <a:effectLst/>
              </a:rPr>
              <a:t>》</a:t>
            </a:r>
            <a:r>
              <a:rPr lang="zh-CN" altLang="en-US" dirty="0">
                <a:effectLst/>
              </a:rPr>
              <a:t>。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这项工作由浙江大学高云君老师课题组完成。</a:t>
            </a:r>
            <a:endParaRPr lang="en-US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E634212-A9A7-4B0A-843A-3259CA58953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我将从以下四个方面展开汇报：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首先来看实体解析的定义。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简单来说，它的任务就是在分散的异构数据源中，识别出指向同一个现实世界实体的不同记录，并将它们合并。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请看图中这个典型的例子：表 </a:t>
            </a:r>
            <a:r>
              <a:rPr lang="en-US" altLang="zh-CN" dirty="0">
                <a:effectLst/>
              </a:rPr>
              <a:t>A </a:t>
            </a:r>
            <a:r>
              <a:rPr lang="zh-CN" altLang="en-US" dirty="0">
                <a:effectLst/>
              </a:rPr>
              <a:t>和表 </a:t>
            </a:r>
            <a:r>
              <a:rPr lang="en-US" altLang="zh-CN" dirty="0">
                <a:effectLst/>
              </a:rPr>
              <a:t>B </a:t>
            </a:r>
            <a:r>
              <a:rPr lang="zh-CN" altLang="en-US" dirty="0">
                <a:effectLst/>
              </a:rPr>
              <a:t>是两个来源不同的记录。由于采集标准或管理上的差异，它们在属性描述上往往并不一致。比如同款的三星电视，在表 </a:t>
            </a:r>
            <a:r>
              <a:rPr lang="en-US" altLang="zh-CN" dirty="0">
                <a:effectLst/>
              </a:rPr>
              <a:t>A </a:t>
            </a:r>
            <a:r>
              <a:rPr lang="zh-CN" altLang="en-US" dirty="0">
                <a:effectLst/>
              </a:rPr>
              <a:t>中描述为“黑面板液晶”，而在表 </a:t>
            </a:r>
            <a:r>
              <a:rPr lang="en-US" altLang="zh-CN" dirty="0">
                <a:effectLst/>
              </a:rPr>
              <a:t>B </a:t>
            </a:r>
            <a:r>
              <a:rPr lang="zh-CN" altLang="en-US" dirty="0">
                <a:effectLst/>
              </a:rPr>
              <a:t>中则侧重“</a:t>
            </a:r>
            <a:r>
              <a:rPr lang="en-US" altLang="zh-CN" dirty="0">
                <a:effectLst/>
              </a:rPr>
              <a:t>120Hz </a:t>
            </a:r>
            <a:r>
              <a:rPr lang="zh-CN" altLang="en-US" dirty="0">
                <a:effectLst/>
              </a:rPr>
              <a:t>刷新率”等性能指标，价格也因数据抓取时间不同而有差异。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实体解析就像是把这些散落的“数据碎片”重新拼回它原本所属的实体。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它是知识图谱构建、数据集成和管理等下游任务中不可或缺的关键环节。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34212-A9A7-4B0A-843A-3259CA58953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392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EA22E-DE6A-1B4A-7A18-B5713FBC4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D9EF6D-463B-EEC6-9E7F-0D5F5AE5E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D1F4CB-6714-0D9E-7683-4433D92D6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传统实体解析的流程通常包含两个阶段：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第一步是</a:t>
            </a:r>
            <a:r>
              <a:rPr lang="zh-CN" altLang="en-US" b="1" dirty="0">
                <a:effectLst/>
              </a:rPr>
              <a:t>分块</a:t>
            </a:r>
            <a:r>
              <a:rPr lang="zh-CN" altLang="en-US" dirty="0">
                <a:effectLst/>
              </a:rPr>
              <a:t>，通过简单的哈希或过滤算法，剔除明显不相似的记录对，将潜在相似的记录划分到同一个块内，以此降低搜索空间。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第二步是</a:t>
            </a:r>
            <a:r>
              <a:rPr lang="zh-CN" altLang="en-US" b="1" dirty="0">
                <a:effectLst/>
              </a:rPr>
              <a:t>匹配</a:t>
            </a:r>
            <a:r>
              <a:rPr lang="zh-CN" altLang="en-US" dirty="0">
                <a:effectLst/>
              </a:rPr>
              <a:t>，这是最消耗资源的环节，需要对候选对进行精细的相似度判定，最后得出合并结果。</a:t>
            </a:r>
            <a:endParaRPr lang="en-US" altLang="zh-CN" dirty="0">
              <a:effectLst/>
            </a:endParaRPr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A17A66-4DD2-E3D2-891A-E756DC559A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34212-A9A7-4B0A-843A-3259CA58953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094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从技术演进来看，实体解析经历了三个主要阶段：</a:t>
            </a:r>
          </a:p>
          <a:p>
            <a:r>
              <a:rPr lang="zh-CN" altLang="en-US" b="1" dirty="0">
                <a:effectLst/>
              </a:rPr>
              <a:t>首先，是众包模式，它</a:t>
            </a:r>
            <a:r>
              <a:rPr lang="zh-CN" altLang="en-US" dirty="0">
                <a:effectLst/>
              </a:rPr>
              <a:t>依赖人工判断，质量最高但成本极其昂贵。</a:t>
            </a:r>
            <a:endParaRPr lang="zh-CN" altLang="en-US" dirty="0"/>
          </a:p>
          <a:p>
            <a:r>
              <a:rPr lang="zh-CN" altLang="en-US" b="1" dirty="0">
                <a:effectLst/>
              </a:rPr>
              <a:t>接着，在机器学习</a:t>
            </a:r>
            <a:r>
              <a:rPr lang="en-US" altLang="zh-CN" b="1" dirty="0">
                <a:effectLst/>
              </a:rPr>
              <a:t>/</a:t>
            </a:r>
            <a:r>
              <a:rPr lang="zh-CN" altLang="en-US" b="1" dirty="0">
                <a:effectLst/>
              </a:rPr>
              <a:t>深度学习模式中，研究者</a:t>
            </a:r>
            <a:r>
              <a:rPr lang="zh-CN" altLang="en-US" dirty="0">
                <a:effectLst/>
              </a:rPr>
              <a:t>将匹配视为二元分类问题，但这类方法通常需要海量的标注数据进行监督训练，获取标注的代价也很大。</a:t>
            </a:r>
            <a:endParaRPr lang="zh-CN" altLang="en-US" dirty="0"/>
          </a:p>
          <a:p>
            <a:r>
              <a:rPr lang="zh-CN" altLang="en-US" dirty="0">
                <a:effectLst/>
              </a:rPr>
              <a:t>随着大模型的兴起，基于提示词的方法因其“零样本、即插即用”的优势，迅速成为了目前的研究热点。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34212-A9A7-4B0A-843A-3259CA58953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6981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8123B-9FBD-34D8-DB09-E656769AD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5CF1A6-A8E4-209A-7E4E-DA35D579D0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421CFF-8A21-FB19-BCB9-BEA3332E3A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然而，现有的基于大模型的方案存在两大痛点：</a:t>
            </a:r>
          </a:p>
          <a:p>
            <a:r>
              <a:rPr lang="zh-CN" altLang="en-US" dirty="0">
                <a:effectLst/>
              </a:rPr>
              <a:t>首先是成对匹配的高昂成本。以 </a:t>
            </a:r>
            <a:r>
              <a:rPr lang="en-US" altLang="zh-CN" dirty="0">
                <a:effectLst/>
              </a:rPr>
              <a:t>8 </a:t>
            </a:r>
            <a:r>
              <a:rPr lang="zh-CN" altLang="en-US" dirty="0">
                <a:effectLst/>
              </a:rPr>
              <a:t>条记录为例，即便使用了先进的批处理提示词技术，依然需要多次 </a:t>
            </a:r>
            <a:r>
              <a:rPr lang="en-US" altLang="zh-CN" dirty="0">
                <a:effectLst/>
              </a:rPr>
              <a:t>API </a:t>
            </a:r>
            <a:r>
              <a:rPr lang="zh-CN" altLang="en-US" dirty="0">
                <a:effectLst/>
              </a:rPr>
              <a:t>调用来确认两两关系，这种方式在信息传递中存在严重的冗余。</a:t>
            </a:r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其次是质量风险。大模型天然存在“幻觉”问题，而目前的方案往往缺乏一套系统性的校验机制来防范误匹配风险。</a:t>
            </a:r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因此作者提出：我们能否跳出“两两比较”的固有思维，直接让大模型对一个记录集合进行聚类，从而在提升效率的同时保障准确性呢？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b="1" dirty="0"/>
          </a:p>
          <a:p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DB0A6D-6B8B-0E07-230D-939C65632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34212-A9A7-4B0A-843A-3259CA58953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583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要实现这种从“分类”到“聚类”的范式转换，面临三个核心挑战：</a:t>
            </a:r>
          </a:p>
          <a:p>
            <a:r>
              <a:rPr lang="zh-CN" altLang="en-US" b="1" dirty="0">
                <a:effectLst/>
              </a:rPr>
              <a:t>一、输入设计的变动性</a:t>
            </a:r>
            <a:r>
              <a:rPr lang="zh-CN" altLang="en-US" dirty="0">
                <a:effectLst/>
              </a:rPr>
              <a:t>：我们交给大模型的这个集合怎么设计？集合多大、记录的多样性如何、顺序怎么排？这些都会剧烈影响模型的聚类表现。</a:t>
            </a:r>
            <a:endParaRPr lang="zh-CN" altLang="en-US" dirty="0"/>
          </a:p>
          <a:p>
            <a:r>
              <a:rPr lang="zh-CN" altLang="en-US" b="1" dirty="0">
                <a:effectLst/>
              </a:rPr>
              <a:t>二、幻觉风险控制</a:t>
            </a:r>
            <a:r>
              <a:rPr lang="zh-CN" altLang="en-US" dirty="0">
                <a:effectLst/>
              </a:rPr>
              <a:t>：聚类输出一旦出错，影响的是一整组记录，必须开发有效的纠偏策略。</a:t>
            </a:r>
            <a:endParaRPr lang="en-US" altLang="zh-CN" dirty="0">
              <a:effectLst/>
            </a:endParaRPr>
          </a:p>
          <a:p>
            <a:r>
              <a:rPr lang="zh-CN" altLang="en-US" b="1" dirty="0">
                <a:effectLst/>
              </a:rPr>
              <a:t>三、结果合并效率</a:t>
            </a:r>
            <a:r>
              <a:rPr lang="zh-CN" altLang="en-US" dirty="0">
                <a:effectLst/>
              </a:rPr>
              <a:t>：如何在有限的 </a:t>
            </a:r>
            <a:r>
              <a:rPr lang="en-US" altLang="zh-CN" dirty="0">
                <a:effectLst/>
              </a:rPr>
              <a:t>API </a:t>
            </a:r>
            <a:r>
              <a:rPr lang="zh-CN" altLang="en-US" dirty="0">
                <a:effectLst/>
              </a:rPr>
              <a:t>调用次数内，高效地合并这些聚类结果。</a:t>
            </a:r>
            <a:endParaRPr lang="zh-CN" altLang="en-US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34212-A9A7-4B0A-843A-3259CA58953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462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基于这些挑战，下面我来详细介绍本文提出的 </a:t>
            </a:r>
            <a:r>
              <a:rPr lang="en-US" altLang="zh-CN" dirty="0">
                <a:effectLst/>
              </a:rPr>
              <a:t>LLM-CER </a:t>
            </a:r>
            <a:r>
              <a:rPr lang="zh-CN" altLang="en-US" dirty="0">
                <a:effectLst/>
              </a:rPr>
              <a:t>框架。</a:t>
            </a:r>
            <a:endParaRPr lang="zh-CN" altLang="en-US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34212-A9A7-4B0A-843A-3259CA58953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5473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A02BE-EE4B-0217-967E-D02BED180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1CF9F5-431A-4713-0720-2BEF862154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4EC8863-9922-C3B6-EC9B-0F6736057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首先明确问题定义。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实体解析的输入是记录集合</a:t>
            </a:r>
            <a:r>
              <a:rPr lang="en-US" altLang="zh-CN" dirty="0"/>
              <a:t>R</a:t>
            </a:r>
            <a:r>
              <a:rPr lang="zh-CN" altLang="en-US" dirty="0"/>
              <a:t>，输出是这些记录的划分</a:t>
            </a:r>
            <a:r>
              <a:rPr lang="en-US" altLang="zh-CN" dirty="0"/>
              <a:t>C</a:t>
            </a:r>
            <a:r>
              <a:rPr lang="zh-CN" altLang="en-US" dirty="0"/>
              <a:t>，每个子集代表一个唯一实体。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传统的做法是成对比较，询问大模型</a:t>
            </a:r>
            <a:r>
              <a:rPr lang="en-US" altLang="zh-CN" dirty="0"/>
              <a:t>“</a:t>
            </a:r>
            <a:r>
              <a:rPr lang="zh-CN" altLang="en-US" dirty="0"/>
              <a:t>这两条记录是否匹配”，通过回答“</a:t>
            </a:r>
            <a:r>
              <a:rPr lang="en-US" altLang="zh-CN" dirty="0"/>
              <a:t>Yes/No”</a:t>
            </a:r>
            <a:r>
              <a:rPr lang="zh-CN" altLang="en-US" dirty="0"/>
              <a:t>来判断。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3E06D9-0A10-823D-C5B6-850535364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34212-A9A7-4B0A-843A-3259CA58953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122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18B36-1C51-3240-1406-93A0C7861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3B50AD2-5D15-A5EC-43B9-AA46C476F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8762B4-AD36-97FA-ED6C-AC83D9F60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本文则将问题重构为上下文聚类。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不再让大模型逐一做选择题，而是直接把打包好的集合塞给它，让它输出一个聚类划分的二维数组。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这种做法不仅能充分利用大模型的批量处理能力，还能让模型在更丰富的语境下捕捉记录间的细微差异，以更低的成本获得更高质量的答案。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2DD4C8-05A4-330D-4C4D-73FB8BDD08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34212-A9A7-4B0A-843A-3259CA58953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528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这是本文提出的 </a:t>
            </a:r>
            <a:r>
              <a:rPr lang="en-US" altLang="zh-CN" dirty="0">
                <a:effectLst/>
              </a:rPr>
              <a:t>LLM-CER </a:t>
            </a:r>
            <a:r>
              <a:rPr lang="zh-CN" altLang="en-US" dirty="0">
                <a:effectLst/>
              </a:rPr>
              <a:t>整体框架图。</a:t>
            </a:r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它的核心贡献在于红色虚线框内的三个算法模块：</a:t>
            </a:r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r>
              <a:rPr lang="en-US" altLang="zh-CN" b="1" dirty="0">
                <a:effectLst/>
              </a:rPr>
              <a:t>NRS</a:t>
            </a:r>
            <a:r>
              <a:rPr lang="zh-CN" altLang="en-US" b="1" dirty="0">
                <a:effectLst/>
              </a:rPr>
              <a:t>（下一记录集构建）：</a:t>
            </a:r>
            <a:r>
              <a:rPr lang="zh-CN" altLang="en-US" dirty="0">
                <a:effectLst/>
              </a:rPr>
              <a:t> 负责根据原始分块数据，智能地构建送往大模型的最优“数据包”。</a:t>
            </a:r>
            <a:endParaRPr lang="en-US" altLang="zh-CN" dirty="0">
              <a:effectLst/>
            </a:endParaRPr>
          </a:p>
          <a:p>
            <a:endParaRPr lang="zh-CN" altLang="en-US" dirty="0"/>
          </a:p>
          <a:p>
            <a:r>
              <a:rPr lang="en-US" altLang="zh-CN" b="1" dirty="0">
                <a:effectLst/>
              </a:rPr>
              <a:t>MDG</a:t>
            </a:r>
            <a:r>
              <a:rPr lang="zh-CN" altLang="en-US" b="1" dirty="0">
                <a:effectLst/>
              </a:rPr>
              <a:t>（错误检测护栏）：</a:t>
            </a:r>
            <a:r>
              <a:rPr lang="zh-CN" altLang="en-US" dirty="0">
                <a:effectLst/>
              </a:rPr>
              <a:t> 作为质量闸门，负责识别并纠正模型在聚类中的幻觉错误。</a:t>
            </a:r>
            <a:endParaRPr lang="en-US" altLang="zh-CN" dirty="0">
              <a:effectLst/>
            </a:endParaRPr>
          </a:p>
          <a:p>
            <a:endParaRPr lang="zh-CN" altLang="en-US" dirty="0"/>
          </a:p>
          <a:p>
            <a:r>
              <a:rPr lang="en-US" altLang="zh-CN" b="1" dirty="0">
                <a:effectLst/>
              </a:rPr>
              <a:t>CMR</a:t>
            </a:r>
            <a:r>
              <a:rPr lang="zh-CN" altLang="en-US" b="1" dirty="0">
                <a:effectLst/>
              </a:rPr>
              <a:t>（聚类合并算法）：</a:t>
            </a:r>
            <a:r>
              <a:rPr lang="zh-CN" altLang="en-US" dirty="0">
                <a:effectLst/>
              </a:rPr>
              <a:t> 负责将不同批次的聚类结果通过层次化方式进行高效合并。</a:t>
            </a:r>
            <a:endParaRPr lang="zh-CN" altLang="en-US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34212-A9A7-4B0A-843A-3259CA58953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7175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NRS </a:t>
            </a:r>
            <a:r>
              <a:rPr lang="zh-CN" altLang="en-US" dirty="0">
                <a:effectLst/>
              </a:rPr>
              <a:t>算法在构建记录集时，并非简单地截取数据，而是遵循了三个优化原则：</a:t>
            </a:r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r>
              <a:rPr lang="zh-CN" altLang="en-US" b="1" dirty="0">
                <a:effectLst/>
              </a:rPr>
              <a:t>首先，平衡信息密度：</a:t>
            </a:r>
            <a:r>
              <a:rPr lang="zh-CN" altLang="en-US" dirty="0">
                <a:effectLst/>
              </a:rPr>
              <a:t> 算法通过肘部法则动态确定一个集合中包含的实体数量，确保每个输入包的信息量既不过载也不稀疏。</a:t>
            </a:r>
            <a:endParaRPr lang="zh-CN" altLang="en-US" dirty="0"/>
          </a:p>
          <a:p>
            <a:r>
              <a:rPr lang="zh-CN" altLang="en-US" b="1" dirty="0">
                <a:effectLst/>
              </a:rPr>
              <a:t>其次，最小化变异：</a:t>
            </a:r>
            <a:r>
              <a:rPr lang="zh-CN" altLang="en-US" dirty="0">
                <a:effectLst/>
              </a:rPr>
              <a:t> 尽量让集合中每个实体的记录数量分布均匀，实验证明这种均衡性可以有效降低模型产生错觉的概率。</a:t>
            </a:r>
            <a:endParaRPr lang="zh-CN" altLang="en-US" dirty="0"/>
          </a:p>
          <a:p>
            <a:r>
              <a:rPr lang="zh-CN" altLang="en-US" b="1" dirty="0">
                <a:effectLst/>
              </a:rPr>
              <a:t>最后，序列上下文引导：</a:t>
            </a:r>
            <a:r>
              <a:rPr lang="zh-CN" altLang="en-US" dirty="0">
                <a:effectLst/>
              </a:rPr>
              <a:t> 这是一个关键细节，即让相似记录在输入顺序上保持相邻。这能大幅减少模型的注意力切换开销，帮助它在处理长文本时更稳定地辨别实体边界。</a:t>
            </a:r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34212-A9A7-4B0A-843A-3259CA58953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5348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712CD-6D3E-77BA-C95F-D81C80E39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F9EF0F-36FF-88F7-545E-460A6AF7C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60264B-518C-4A0C-B0D7-ED3A5C95D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大模型有时会表现出强烈的“虚假自信”，</a:t>
            </a:r>
            <a:r>
              <a:rPr lang="en-US" altLang="zh-CN" dirty="0">
                <a:effectLst/>
              </a:rPr>
              <a:t>MDG </a:t>
            </a:r>
            <a:r>
              <a:rPr lang="zh-CN" altLang="en-US" dirty="0">
                <a:effectLst/>
              </a:rPr>
              <a:t>算法就是为了给它加上“防撞墙”。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它通过</a:t>
            </a:r>
            <a:r>
              <a:rPr lang="zh-CN" altLang="en-US" b="1" dirty="0">
                <a:effectLst/>
              </a:rPr>
              <a:t>显式的相似度指标</a:t>
            </a:r>
            <a:r>
              <a:rPr lang="zh-CN" altLang="en-US" dirty="0">
                <a:effectLst/>
              </a:rPr>
              <a:t>去交叉验证大模型的</a:t>
            </a:r>
            <a:r>
              <a:rPr lang="zh-CN" altLang="en-US" b="1" dirty="0">
                <a:effectLst/>
              </a:rPr>
              <a:t>隐式决策</a:t>
            </a:r>
            <a:r>
              <a:rPr lang="zh-CN" altLang="en-US" dirty="0">
                <a:effectLst/>
              </a:rPr>
              <a:t>。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具体的逻辑是：如果算法发现某条记录在其所属簇内的相似度，竟然比它与簇外记录的相似度还要低，</a:t>
            </a:r>
            <a:r>
              <a:rPr lang="en-US" altLang="zh-CN" dirty="0">
                <a:effectLst/>
              </a:rPr>
              <a:t>MDG </a:t>
            </a:r>
            <a:r>
              <a:rPr lang="zh-CN" altLang="en-US" dirty="0">
                <a:effectLst/>
              </a:rPr>
              <a:t>就会判定大模型产生了幻觉。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此时，系统会标记该记录并触发重跑，确保最终结果的严谨性。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806203-64A6-3C64-8BE9-EA655DD190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34212-A9A7-4B0A-843A-3259CA58953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8919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为了将局部结果扩展到全局，</a:t>
            </a:r>
            <a:r>
              <a:rPr lang="en-US" altLang="zh-CN" dirty="0">
                <a:effectLst/>
              </a:rPr>
              <a:t>CMR </a:t>
            </a:r>
            <a:r>
              <a:rPr lang="zh-CN" altLang="en-US" dirty="0">
                <a:effectLst/>
              </a:rPr>
              <a:t>算法采取了“提炼</a:t>
            </a:r>
            <a:r>
              <a:rPr lang="en-US" altLang="zh-CN" dirty="0">
                <a:effectLst/>
              </a:rPr>
              <a:t>+</a:t>
            </a:r>
            <a:r>
              <a:rPr lang="zh-CN" altLang="en-US" dirty="0">
                <a:effectLst/>
              </a:rPr>
              <a:t>重组”的层次化合并策略。</a:t>
            </a:r>
            <a:endParaRPr lang="en-US" altLang="zh-CN" dirty="0">
              <a:effectLst/>
            </a:endParaRPr>
          </a:p>
          <a:p>
            <a:endParaRPr lang="zh-CN" altLang="en-US" dirty="0">
              <a:effectLst/>
            </a:endParaRPr>
          </a:p>
          <a:p>
            <a:r>
              <a:rPr lang="zh-CN" altLang="en-US" dirty="0">
                <a:effectLst/>
              </a:rPr>
              <a:t>首先是簇蒸馏：它将每组已经确认的簇精炼为一个“代表性记录”。</a:t>
            </a:r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接着，</a:t>
            </a:r>
            <a:r>
              <a:rPr lang="en-US" altLang="zh-CN" dirty="0">
                <a:effectLst/>
              </a:rPr>
              <a:t>CMR </a:t>
            </a:r>
            <a:r>
              <a:rPr lang="zh-CN" altLang="en-US" dirty="0">
                <a:effectLst/>
              </a:rPr>
              <a:t>利用贪心策略，跨集合挑选最相似的代表性记录，打包成下一轮的输入。</a:t>
            </a:r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这种合并会像金字塔一样向上迭代，直到大模型产出的全是单元素簇（即再无任何可合并项），此时触发出路条件，输出最终实体解析结果。</a:t>
            </a: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34212-A9A7-4B0A-843A-3259CA58953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12787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从理论时间复杂度来看，在最差情况下，传统成对匹配需要 </a:t>
            </a:r>
            <a:r>
              <a:rPr lang="en-US" altLang="zh-CN" dirty="0">
                <a:effectLst/>
              </a:rPr>
              <a:t>O(m^2) </a:t>
            </a:r>
            <a:r>
              <a:rPr lang="zh-CN" altLang="en-US" dirty="0">
                <a:effectLst/>
              </a:rPr>
              <a:t>次 </a:t>
            </a:r>
            <a:r>
              <a:rPr lang="en-US" altLang="zh-CN" dirty="0">
                <a:effectLst/>
              </a:rPr>
              <a:t>API </a:t>
            </a:r>
            <a:r>
              <a:rPr lang="zh-CN" altLang="en-US" dirty="0">
                <a:effectLst/>
              </a:rPr>
              <a:t>调用。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而 </a:t>
            </a:r>
            <a:r>
              <a:rPr lang="en-US" altLang="zh-CN" dirty="0">
                <a:effectLst/>
              </a:rPr>
              <a:t>LLM-CER </a:t>
            </a:r>
            <a:r>
              <a:rPr lang="zh-CN" altLang="en-US" dirty="0">
                <a:effectLst/>
              </a:rPr>
              <a:t>利用了集合聚类的特性，将调用次数降到了约 </a:t>
            </a:r>
            <a:r>
              <a:rPr lang="en-US" altLang="zh-CN" dirty="0">
                <a:effectLst/>
              </a:rPr>
              <a:t>O(m^2/S_s^2)</a:t>
            </a:r>
            <a:r>
              <a:rPr lang="zh-CN" altLang="en-US" dirty="0">
                <a:effectLst/>
              </a:rPr>
              <a:t>。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这意味着随着输入集合大小 </a:t>
            </a:r>
            <a:r>
              <a:rPr lang="en-US" altLang="zh-CN" dirty="0">
                <a:effectLst/>
              </a:rPr>
              <a:t>S_s </a:t>
            </a:r>
            <a:r>
              <a:rPr lang="zh-CN" altLang="en-US" dirty="0">
                <a:effectLst/>
              </a:rPr>
              <a:t>的增加，效率优势会呈平方级扩大，极大地降低了在大规模数据集上的运行门槛。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34212-A9A7-4B0A-843A-3259CA58953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6292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下面，我们来看实验验证部分。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34212-A9A7-4B0A-843A-3259CA589536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本文在包括电商、论文引用等 </a:t>
            </a:r>
            <a:r>
              <a:rPr lang="en-US" altLang="zh-CN" dirty="0">
                <a:effectLst/>
              </a:rPr>
              <a:t>9 </a:t>
            </a:r>
            <a:r>
              <a:rPr lang="zh-CN" altLang="en-US" dirty="0">
                <a:effectLst/>
              </a:rPr>
              <a:t>个真实数据集上进行了测试。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评价指标不仅关注</a:t>
            </a:r>
            <a:r>
              <a:rPr lang="zh-CN" altLang="en-US" b="1" dirty="0">
                <a:effectLst/>
              </a:rPr>
              <a:t>分配准确率（</a:t>
            </a:r>
            <a:r>
              <a:rPr lang="en-US" altLang="zh-CN" b="1" dirty="0">
                <a:effectLst/>
              </a:rPr>
              <a:t>ACC</a:t>
            </a:r>
            <a:r>
              <a:rPr lang="zh-CN" altLang="en-US" b="1" dirty="0">
                <a:effectLst/>
              </a:rPr>
              <a:t>）</a:t>
            </a:r>
            <a:r>
              <a:rPr lang="zh-CN" altLang="en-US" dirty="0">
                <a:effectLst/>
              </a:rPr>
              <a:t>，衡量个体记录归属的正确性；更引入了 </a:t>
            </a:r>
            <a:r>
              <a:rPr lang="en-US" altLang="zh-CN" b="1" dirty="0">
                <a:effectLst/>
              </a:rPr>
              <a:t>FP-measure</a:t>
            </a:r>
            <a:r>
              <a:rPr lang="zh-CN" altLang="en-US" dirty="0">
                <a:effectLst/>
              </a:rPr>
              <a:t>，用于评估聚类结构的完整性。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这两个指标互补，能让我们清晰地看到聚类结果是否既“干净”又“完整”。</a:t>
            </a:r>
            <a:endParaRPr lang="en-US" altLang="zh-CN" dirty="0">
              <a:effectLst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634212-A9A7-4B0A-843A-3259CA58953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04009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zh-CN" altLang="en-US" dirty="0"/>
              <a:t>消融实验揭示了一些有趣的发现：</a:t>
            </a:r>
            <a:endParaRPr lang="en-US" altLang="zh-CN" dirty="0"/>
          </a:p>
          <a:p>
            <a:pPr marL="0" indent="0">
              <a:buFontTx/>
              <a:buNone/>
            </a:pPr>
            <a:endParaRPr lang="en-US" altLang="zh-CN" dirty="0"/>
          </a:p>
          <a:p>
            <a:pPr marL="0" indent="0">
              <a:buFontTx/>
              <a:buNone/>
            </a:pPr>
            <a:r>
              <a:rPr lang="zh-CN" altLang="en-US" dirty="0"/>
              <a:t>对于结构简单的任务，提供的属性越多，识别度越高；</a:t>
            </a:r>
            <a:endParaRPr lang="en-US" altLang="zh-CN" dirty="0"/>
          </a:p>
          <a:p>
            <a:pPr marL="0" indent="0">
              <a:buFontTx/>
              <a:buNone/>
            </a:pPr>
            <a:endParaRPr lang="en-US" altLang="zh-CN" dirty="0"/>
          </a:p>
          <a:p>
            <a:pPr marL="0" indent="0">
              <a:buFontTx/>
              <a:buNone/>
            </a:pPr>
            <a:r>
              <a:rPr lang="zh-CN" altLang="en-US" dirty="0"/>
              <a:t>但在噪声较大的复杂场景中，去掉冗余的文本属性后，准确率反而从 </a:t>
            </a:r>
            <a:r>
              <a:rPr lang="en-US" altLang="zh-CN" dirty="0"/>
              <a:t>0.61 </a:t>
            </a:r>
            <a:r>
              <a:rPr lang="zh-CN" altLang="en-US" dirty="0"/>
              <a:t>提升到了 </a:t>
            </a:r>
            <a:r>
              <a:rPr lang="en-US" altLang="zh-CN" dirty="0"/>
              <a:t>0.72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FontTx/>
              <a:buNone/>
            </a:pPr>
            <a:endParaRPr lang="en-US" altLang="zh-CN" dirty="0"/>
          </a:p>
          <a:p>
            <a:pPr marL="0" indent="0">
              <a:buFontTx/>
              <a:buNone/>
            </a:pPr>
            <a:r>
              <a:rPr lang="zh-CN" altLang="en-US" dirty="0"/>
              <a:t>这说明了本文提出的“选择性属性裁剪”在处理现实世界复杂任务时是非常关键的。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34212-A9A7-4B0A-843A-3259CA589536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9883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4B803-B1D1-298D-4E72-2CAA3233F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A59C81-222C-0525-C5BB-8DC538C3B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519CDC-0CB4-5202-6790-AEF9E0EF30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这一页展示了 </a:t>
            </a:r>
            <a:r>
              <a:rPr lang="en-US" altLang="zh-CN" dirty="0">
                <a:effectLst/>
              </a:rPr>
              <a:t>MDG </a:t>
            </a:r>
            <a:r>
              <a:rPr lang="zh-CN" altLang="en-US" dirty="0">
                <a:effectLst/>
              </a:rPr>
              <a:t>护栏的效果。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在 </a:t>
            </a:r>
            <a:r>
              <a:rPr lang="en-US" altLang="zh-CN" dirty="0">
                <a:effectLst/>
              </a:rPr>
              <a:t>Alaska </a:t>
            </a:r>
            <a:r>
              <a:rPr lang="zh-CN" altLang="en-US" dirty="0">
                <a:effectLst/>
              </a:rPr>
              <a:t>数据集上，开启 </a:t>
            </a:r>
            <a:r>
              <a:rPr lang="en-US" altLang="zh-CN" dirty="0">
                <a:effectLst/>
              </a:rPr>
              <a:t>MDG </a:t>
            </a:r>
            <a:r>
              <a:rPr lang="zh-CN" altLang="en-US" dirty="0">
                <a:effectLst/>
              </a:rPr>
              <a:t>后，准确率从 </a:t>
            </a:r>
            <a:r>
              <a:rPr lang="en-US" altLang="zh-CN" dirty="0">
                <a:effectLst/>
              </a:rPr>
              <a:t>0.35 </a:t>
            </a:r>
            <a:r>
              <a:rPr lang="zh-CN" altLang="en-US" dirty="0">
                <a:effectLst/>
              </a:rPr>
              <a:t>上升至 </a:t>
            </a:r>
            <a:r>
              <a:rPr lang="en-US" altLang="zh-CN" dirty="0">
                <a:effectLst/>
              </a:rPr>
              <a:t>0.82</a:t>
            </a:r>
            <a:r>
              <a:rPr lang="zh-CN" altLang="en-US" dirty="0">
                <a:effectLst/>
              </a:rPr>
              <a:t>。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而且值得注意的是，这种性能提升几乎是“免费”的，因为它并没有增加明显的计算成本。</a:t>
            </a:r>
            <a:endParaRPr lang="en-US" altLang="zh-CN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8943B5-1D48-0317-F973-D5D54944FB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634212-A9A7-4B0A-843A-3259CA58953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95314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zh-CN" altLang="en-US" dirty="0"/>
              <a:t>对比成对匹配，上下文聚类在准确率接近的情况下，将 </a:t>
            </a:r>
            <a:r>
              <a:rPr lang="en-US" altLang="zh-CN" dirty="0"/>
              <a:t>API </a:t>
            </a:r>
            <a:r>
              <a:rPr lang="zh-CN" altLang="en-US" dirty="0"/>
              <a:t>调用次数降低了 </a:t>
            </a:r>
            <a:r>
              <a:rPr lang="en-US" altLang="zh-CN" dirty="0"/>
              <a:t>12 </a:t>
            </a:r>
            <a:r>
              <a:rPr lang="zh-CN" altLang="en-US" dirty="0"/>
              <a:t>到 </a:t>
            </a:r>
            <a:r>
              <a:rPr lang="en-US" altLang="zh-CN" dirty="0"/>
              <a:t>108 </a:t>
            </a:r>
            <a:r>
              <a:rPr lang="zh-CN" altLang="en-US" dirty="0"/>
              <a:t>倍，端到端运行时间也大幅缩短。</a:t>
            </a:r>
            <a:endParaRPr lang="en-US" altLang="zh-CN" dirty="0"/>
          </a:p>
          <a:p>
            <a:pPr marL="0" indent="0">
              <a:buFontTx/>
              <a:buNone/>
            </a:pPr>
            <a:endParaRPr lang="en-US" altLang="zh-CN" dirty="0"/>
          </a:p>
          <a:p>
            <a:pPr marL="0" indent="0">
              <a:buFontTx/>
              <a:buNone/>
            </a:pPr>
            <a:r>
              <a:rPr lang="zh-CN" altLang="en-US" dirty="0"/>
              <a:t>这充分证明了“集合聚类”这一范式的效率优势。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634212-A9A7-4B0A-843A-3259CA58953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79620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C6B59-A094-9031-0FB4-502E4359B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356B761-6DFD-AF49-7874-AADF8A522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E9977B-3717-D036-0BA0-F6AB6F1F1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与目前最先进的</a:t>
            </a:r>
            <a:r>
              <a:rPr lang="en-US" altLang="zh-CN" dirty="0">
                <a:effectLst/>
              </a:rPr>
              <a:t>Baselines</a:t>
            </a:r>
            <a:r>
              <a:rPr lang="zh-CN" altLang="en-US" dirty="0">
                <a:effectLst/>
              </a:rPr>
              <a:t>对比，</a:t>
            </a:r>
            <a:r>
              <a:rPr lang="en-US" altLang="zh-CN" dirty="0">
                <a:effectLst/>
              </a:rPr>
              <a:t>LLM-CER </a:t>
            </a:r>
            <a:r>
              <a:rPr lang="zh-CN" altLang="en-US" dirty="0">
                <a:effectLst/>
              </a:rPr>
              <a:t>在大多数指标上保持领先。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例如在 </a:t>
            </a:r>
            <a:r>
              <a:rPr lang="en-US" altLang="zh-CN" dirty="0">
                <a:effectLst/>
              </a:rPr>
              <a:t>Cora </a:t>
            </a:r>
            <a:r>
              <a:rPr lang="zh-CN" altLang="en-US" dirty="0">
                <a:effectLst/>
              </a:rPr>
              <a:t>任务中，取得了 </a:t>
            </a:r>
            <a:r>
              <a:rPr lang="en-US" altLang="zh-CN" dirty="0">
                <a:effectLst/>
              </a:rPr>
              <a:t>0.90 </a:t>
            </a:r>
            <a:r>
              <a:rPr lang="zh-CN" altLang="en-US" dirty="0">
                <a:effectLst/>
              </a:rPr>
              <a:t>的准确率。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而方法 </a:t>
            </a:r>
            <a:r>
              <a:rPr lang="en-US" altLang="zh-CN" dirty="0">
                <a:effectLst/>
              </a:rPr>
              <a:t>BQ </a:t>
            </a:r>
            <a:r>
              <a:rPr lang="zh-CN" altLang="en-US" dirty="0">
                <a:effectLst/>
              </a:rPr>
              <a:t>，尽管也用了批处理，但由于缺乏结果验证且两两比较过于冗余，其成本是</a:t>
            </a:r>
            <a:r>
              <a:rPr lang="en-US" altLang="zh-CN" dirty="0">
                <a:effectLst/>
              </a:rPr>
              <a:t>LLM-CER</a:t>
            </a:r>
            <a:r>
              <a:rPr lang="zh-CN" altLang="en-US" dirty="0">
                <a:effectLst/>
              </a:rPr>
              <a:t>的几倍，准确率却因错误合并而偏低。</a:t>
            </a:r>
            <a:endParaRPr lang="en-US" altLang="zh-CN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AF6E68-7C7F-8AA3-3671-5E4A700D77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634212-A9A7-4B0A-843A-3259CA58953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87733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在可扩展性测试中，随着记录规模从 </a:t>
            </a:r>
            <a:r>
              <a:rPr lang="en-US" altLang="zh-CN" dirty="0">
                <a:effectLst/>
              </a:rPr>
              <a:t>10K </a:t>
            </a:r>
            <a:r>
              <a:rPr lang="zh-CN" altLang="en-US" dirty="0">
                <a:effectLst/>
              </a:rPr>
              <a:t>增长到 </a:t>
            </a:r>
            <a:r>
              <a:rPr lang="en-US" altLang="zh-CN" dirty="0">
                <a:effectLst/>
              </a:rPr>
              <a:t>50K</a:t>
            </a:r>
            <a:r>
              <a:rPr lang="zh-CN" altLang="en-US" dirty="0">
                <a:effectLst/>
              </a:rPr>
              <a:t>，</a:t>
            </a:r>
            <a:r>
              <a:rPr lang="en-US" altLang="zh-CN" dirty="0">
                <a:effectLst/>
              </a:rPr>
              <a:t>LLM-CER </a:t>
            </a:r>
            <a:r>
              <a:rPr lang="zh-CN" altLang="en-US" dirty="0">
                <a:effectLst/>
              </a:rPr>
              <a:t>的运行时间呈完美的线性增长，表现非常稳定。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反观 </a:t>
            </a:r>
            <a:r>
              <a:rPr lang="en-US" altLang="zh-CN" dirty="0">
                <a:effectLst/>
              </a:rPr>
              <a:t>BQ</a:t>
            </a:r>
            <a:r>
              <a:rPr lang="zh-CN" altLang="en-US" dirty="0">
                <a:effectLst/>
              </a:rPr>
              <a:t>，在 </a:t>
            </a:r>
            <a:r>
              <a:rPr lang="en-US" altLang="zh-CN" dirty="0">
                <a:effectLst/>
              </a:rPr>
              <a:t>50K </a:t>
            </a:r>
            <a:r>
              <a:rPr lang="zh-CN" altLang="en-US" dirty="0">
                <a:effectLst/>
              </a:rPr>
              <a:t>规模下甚至无法在 </a:t>
            </a:r>
            <a:r>
              <a:rPr lang="en-US" altLang="zh-CN" dirty="0">
                <a:effectLst/>
              </a:rPr>
              <a:t>24 </a:t>
            </a:r>
            <a:r>
              <a:rPr lang="zh-CN" altLang="en-US" dirty="0">
                <a:effectLst/>
              </a:rPr>
              <a:t>小时限时内跑完程序，基本失去了大规模处理的可行性。</a:t>
            </a:r>
            <a:endParaRPr lang="zh-CN" altLang="en-US" dirty="0"/>
          </a:p>
          <a:p>
            <a:pPr marL="0" indent="0">
              <a:buFontTx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634212-A9A7-4B0A-843A-3259CA58953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13310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最后，总结一下。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34212-A9A7-4B0A-843A-3259CA589536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619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这篇文章最大的贡献在于成功将实体解析从“高昂的成对分类”转变为“高效的上下文聚类”。</a:t>
            </a:r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通过 </a:t>
            </a:r>
            <a:r>
              <a:rPr lang="en-US" altLang="zh-CN" dirty="0">
                <a:effectLst/>
              </a:rPr>
              <a:t>NRS </a:t>
            </a:r>
            <a:r>
              <a:rPr lang="zh-CN" altLang="en-US" dirty="0">
                <a:effectLst/>
              </a:rPr>
              <a:t>预处理优化和 </a:t>
            </a:r>
            <a:r>
              <a:rPr lang="en-US" altLang="zh-CN" dirty="0">
                <a:effectLst/>
              </a:rPr>
              <a:t>MDG </a:t>
            </a:r>
            <a:r>
              <a:rPr lang="zh-CN" altLang="en-US" dirty="0">
                <a:effectLst/>
              </a:rPr>
              <a:t>纠错校验，构建了一个无监督实体解析系统。</a:t>
            </a:r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当然，系统目前对底层大模型的定价和 </a:t>
            </a:r>
            <a:r>
              <a:rPr lang="en-US" altLang="zh-CN" dirty="0">
                <a:effectLst/>
              </a:rPr>
              <a:t>API </a:t>
            </a:r>
            <a:r>
              <a:rPr lang="zh-CN" altLang="en-US" dirty="0">
                <a:effectLst/>
              </a:rPr>
              <a:t>稳定性仍有一定的依赖。</a:t>
            </a:r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在未来，可以探索更先进的提示工程，或者将不同聚类批次进行进一步的并行化处理。</a:t>
            </a:r>
          </a:p>
          <a:p>
            <a:pPr marL="0" indent="0">
              <a:buFontTx/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634212-A9A7-4B0A-843A-3259CA58953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78975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我的汇报到此结束，谢谢大家！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E634212-A9A7-4B0A-843A-3259CA58953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oter Placeholder 4"/>
          <p:cNvSpPr txBox="1"/>
          <p:nvPr userDrawn="1"/>
        </p:nvSpPr>
        <p:spPr>
          <a:xfrm>
            <a:off x="4048376" y="641347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lang="en-US" altLang="zh-CN" sz="12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chemeClr val="tx1"/>
                </a:solidFill>
              </a:rPr>
              <a:t>Southeast University</a:t>
            </a:r>
          </a:p>
        </p:txBody>
      </p:sp>
      <p:sp>
        <p:nvSpPr>
          <p:cNvPr id="25" name="日期占位符 3"/>
          <p:cNvSpPr txBox="1"/>
          <p:nvPr userDrawn="1"/>
        </p:nvSpPr>
        <p:spPr>
          <a:xfrm>
            <a:off x="838200" y="641347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650424-F945-4EC2-8594-4948CA017EDA}" type="datetime1">
              <a:rPr lang="zh-CN" altLang="en-US" sz="1200" smtClean="0">
                <a:solidFill>
                  <a:schemeClr val="tx1"/>
                </a:solidFill>
                <a:latin typeface="+mn-lt"/>
              </a:rPr>
              <a:t>2026/1/28</a:t>
            </a:fld>
            <a:endParaRPr lang="zh-CN" altLang="en-US" sz="120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823422"/>
            <a:ext cx="12192000" cy="228191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 userDrawn="1"/>
        </p:nvSpPr>
        <p:spPr>
          <a:xfrm>
            <a:off x="243601" y="173419"/>
            <a:ext cx="11718700" cy="740981"/>
          </a:xfrm>
          <a:prstGeom prst="roundRect">
            <a:avLst/>
          </a:prstGeom>
          <a:solidFill>
            <a:srgbClr val="6E83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238829" y="6407033"/>
            <a:ext cx="72347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A5E12F-523A-4D75-95A2-779F57F5D9E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/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" t="-1" r="68184" b="524"/>
          <a:stretch>
            <a:fillRect/>
          </a:stretch>
        </p:blipFill>
        <p:spPr>
          <a:xfrm>
            <a:off x="11289945" y="233289"/>
            <a:ext cx="621240" cy="621240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291114" y="258953"/>
            <a:ext cx="10122886" cy="569912"/>
          </a:xfrm>
        </p:spPr>
        <p:txBody>
          <a:bodyPr>
            <a:normAutofit/>
          </a:bodyPr>
          <a:lstStyle>
            <a:lvl1pPr marL="0" indent="0" fontAlgn="ctr">
              <a:lnSpc>
                <a:spcPct val="100000"/>
              </a:lnSpc>
              <a:spcBef>
                <a:spcPts val="0"/>
              </a:spcBef>
              <a:buFontTx/>
              <a:buNone/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11288" y="3866330"/>
            <a:ext cx="3186947" cy="1661357"/>
          </a:xfrm>
          <a:prstGeom prst="rect">
            <a:avLst/>
          </a:prstGeom>
        </p:spPr>
      </p:pic>
      <p:pic>
        <p:nvPicPr>
          <p:cNvPr id="10" name="图片 9"/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1209907" y="3866330"/>
            <a:ext cx="3101663" cy="1661363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1941161" y="3167419"/>
            <a:ext cx="1639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 spc="3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平衡色</a:t>
            </a: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2391438" y="3708165"/>
            <a:ext cx="73860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2391438" y="1015879"/>
            <a:ext cx="73860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 userDrawn="1"/>
        </p:nvSpPr>
        <p:spPr>
          <a:xfrm>
            <a:off x="1209907" y="469321"/>
            <a:ext cx="3101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主色</a:t>
            </a:r>
            <a:r>
              <a:rPr kumimoji="0" lang="en-US" altLang="zh-CN" sz="2400" b="1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&amp;</a:t>
            </a:r>
            <a:r>
              <a: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同频色</a:t>
            </a:r>
          </a:p>
        </p:txBody>
      </p:sp>
      <p:pic>
        <p:nvPicPr>
          <p:cNvPr id="15" name="图片 14"/>
          <p:cNvPicPr/>
          <p:nvPr userDrawn="1"/>
        </p:nvPicPr>
        <p:blipFill>
          <a:blip r:embed="rId4"/>
          <a:stretch>
            <a:fillRect/>
          </a:stretch>
        </p:blipFill>
        <p:spPr>
          <a:xfrm>
            <a:off x="8175247" y="1165515"/>
            <a:ext cx="3101663" cy="1661363"/>
          </a:xfrm>
          <a:prstGeom prst="rect">
            <a:avLst/>
          </a:prstGeom>
        </p:spPr>
      </p:pic>
      <p:pic>
        <p:nvPicPr>
          <p:cNvPr id="16" name="图片 15"/>
          <p:cNvPicPr/>
          <p:nvPr userDrawn="1"/>
        </p:nvPicPr>
        <p:blipFill>
          <a:blip r:embed="rId5"/>
          <a:stretch>
            <a:fillRect/>
          </a:stretch>
        </p:blipFill>
        <p:spPr>
          <a:xfrm>
            <a:off x="4927970" y="1165516"/>
            <a:ext cx="3101663" cy="1661363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6919234" y="469321"/>
            <a:ext cx="2512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浅色</a:t>
            </a:r>
            <a:r>
              <a:rPr kumimoji="0" lang="en-US" altLang="zh-CN" sz="2400" b="1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&amp;</a:t>
            </a:r>
            <a:r>
              <a: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深色</a:t>
            </a:r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7805947" y="1015879"/>
            <a:ext cx="73860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208156" y="1164020"/>
            <a:ext cx="3105165" cy="1664352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697953" y="4697007"/>
            <a:ext cx="1930400" cy="2476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549" y="3708165"/>
            <a:ext cx="2234919" cy="532800"/>
          </a:xfrm>
          <a:prstGeom prst="rect">
            <a:avLst/>
          </a:prstGeom>
        </p:spPr>
      </p:pic>
      <p:sp>
        <p:nvSpPr>
          <p:cNvPr id="21" name="矩形: 圆角 20"/>
          <p:cNvSpPr/>
          <p:nvPr userDrawn="1"/>
        </p:nvSpPr>
        <p:spPr>
          <a:xfrm>
            <a:off x="243601" y="173419"/>
            <a:ext cx="11718700" cy="740981"/>
          </a:xfrm>
          <a:prstGeom prst="roundRect">
            <a:avLst/>
          </a:prstGeom>
          <a:solidFill>
            <a:srgbClr val="6E83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375" y="236129"/>
            <a:ext cx="8591550" cy="638574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CFFD6-F58A-4D20-9F2A-46EA578AFD1E}" type="datetime1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Southeast University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5E12F-523A-4D75-95A2-779F57F5D9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image" Target="../media/image18.png"/><Relationship Id="rId18" Type="http://schemas.openxmlformats.org/officeDocument/2006/relationships/image" Target="../media/image22.png"/><Relationship Id="rId3" Type="http://schemas.openxmlformats.org/officeDocument/2006/relationships/tags" Target="../tags/tag4.xml"/><Relationship Id="rId21" Type="http://schemas.openxmlformats.org/officeDocument/2006/relationships/image" Target="../media/image25.png"/><Relationship Id="rId7" Type="http://schemas.openxmlformats.org/officeDocument/2006/relationships/tags" Target="../tags/tag8.xml"/><Relationship Id="rId12" Type="http://schemas.openxmlformats.org/officeDocument/2006/relationships/tags" Target="../tags/tag6.xml"/><Relationship Id="rId17" Type="http://schemas.openxmlformats.org/officeDocument/2006/relationships/image" Target="../media/image21.png"/><Relationship Id="rId2" Type="http://schemas.openxmlformats.org/officeDocument/2006/relationships/tags" Target="../tags/tag3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notesSlide" Target="../notesSlides/notesSlide4.xml"/><Relationship Id="rId5" Type="http://schemas.openxmlformats.org/officeDocument/2006/relationships/tags" Target="../tags/tag6.xml"/><Relationship Id="rId15" Type="http://schemas.openxmlformats.org/officeDocument/2006/relationships/image" Target="../media/image19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23.pn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7.xml"/><Relationship Id="rId22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29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image" Target="../media/image40.jpg"/><Relationship Id="rId3" Type="http://schemas.openxmlformats.org/officeDocument/2006/relationships/tags" Target="../tags/tag15.xml"/><Relationship Id="rId7" Type="http://schemas.openxmlformats.org/officeDocument/2006/relationships/image" Target="../media/image38.png"/><Relationship Id="rId12" Type="http://schemas.openxmlformats.org/officeDocument/2006/relationships/image" Target="../media/image39.jp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36.jpg"/><Relationship Id="rId11" Type="http://schemas.openxmlformats.org/officeDocument/2006/relationships/image" Target="../media/image38.jpg"/><Relationship Id="rId5" Type="http://schemas.openxmlformats.org/officeDocument/2006/relationships/notesSlide" Target="../notesSlides/notesSlide17.xml"/><Relationship Id="rId10" Type="http://schemas.openxmlformats.org/officeDocument/2006/relationships/image" Target="../media/image37.jp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42.jpg"/><Relationship Id="rId5" Type="http://schemas.openxmlformats.org/officeDocument/2006/relationships/image" Target="../media/image41.jp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44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49.png"/><Relationship Id="rId5" Type="http://schemas.openxmlformats.org/officeDocument/2006/relationships/image" Target="../media/image46.jpg"/><Relationship Id="rId4" Type="http://schemas.openxmlformats.org/officeDocument/2006/relationships/image" Target="../media/image45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270" y="2015902"/>
            <a:ext cx="12192000" cy="19145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R="0" lvl="0" indent="0" algn="ctr" defTabSz="457200" rtl="0" fontAlgn="auto">
              <a:lnSpc>
                <a:spcPts val="23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US" altLang="zh-CN" sz="2800" b="1" kern="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SIGMOD</a:t>
            </a:r>
            <a:r>
              <a:rPr kumimoji="0" lang="en-US" altLang="zh-CN" sz="2800" b="1" i="0" u="none" strike="noStrike" kern="0" cap="none" normalizeH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 2025</a:t>
            </a:r>
          </a:p>
          <a:p>
            <a:pPr marR="0" lvl="0" indent="0" algn="ctr" defTabSz="457200" rtl="0" fontAlgn="auto">
              <a:lnSpc>
                <a:spcPts val="23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normalizeH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In-context Clustering-based Entity Resolution </a:t>
            </a:r>
          </a:p>
          <a:p>
            <a:pPr marR="0" lvl="0" indent="0" algn="ctr" defTabSz="457200" rtl="0" fontAlgn="auto">
              <a:lnSpc>
                <a:spcPts val="23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normalizeH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Large Language Models: A Design Space Exploration</a:t>
            </a:r>
            <a:endParaRPr lang="en-US" altLang="zh-CN" sz="2800" b="1" kern="0" dirty="0">
              <a:solidFill>
                <a:srgbClr val="FD9B6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55" y="607866"/>
            <a:ext cx="2017186" cy="6411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0" y="4220845"/>
            <a:ext cx="12193270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i="1" dirty="0">
                <a:ea typeface="微软雅黑" panose="020B0503020204020204" pitchFamily="34" charset="-122"/>
              </a:rPr>
              <a:t>JIAJIE FU, HAITONG TANG, ARIJIT KHAN, SHARAD MEHROTRA, XIANGYU KE, YUNJUN GAO</a:t>
            </a:r>
            <a:endParaRPr lang="en-US" altLang="zh-CN" b="1" dirty="0">
              <a:solidFill>
                <a:schemeClr val="tx1"/>
              </a:solidFill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1200" b="1" i="1" dirty="0">
                <a:solidFill>
                  <a:schemeClr val="tx1"/>
                </a:solidFill>
                <a:ea typeface="微软雅黑" panose="020B0503020204020204" pitchFamily="34" charset="-122"/>
              </a:rPr>
              <a:t> </a:t>
            </a:r>
          </a:p>
          <a:p>
            <a:pPr algn="ctr"/>
            <a:r>
              <a:rPr lang="en-US" altLang="zh-CN" b="1" i="1" dirty="0">
                <a:solidFill>
                  <a:schemeClr val="tx1"/>
                </a:solidFill>
                <a:ea typeface="微软雅黑" panose="020B0503020204020204" pitchFamily="34" charset="-122"/>
              </a:rPr>
              <a:t>Zhejiang University</a:t>
            </a:r>
          </a:p>
          <a:p>
            <a:pPr algn="ctr"/>
            <a:r>
              <a:rPr lang="en-US" altLang="zh-CN" b="1" i="1" dirty="0">
                <a:solidFill>
                  <a:schemeClr val="tx1"/>
                </a:solidFill>
                <a:ea typeface="微软雅黑" panose="020B0503020204020204" pitchFamily="34" charset="-122"/>
              </a:rPr>
              <a:t>Bowling Green State University</a:t>
            </a:r>
          </a:p>
          <a:p>
            <a:pPr algn="ctr"/>
            <a:r>
              <a:rPr lang="en-US" altLang="zh-CN" b="1" i="1" dirty="0">
                <a:solidFill>
                  <a:schemeClr val="tx1"/>
                </a:solidFill>
                <a:ea typeface="微软雅黑" panose="020B0503020204020204" pitchFamily="34" charset="-122"/>
              </a:rPr>
              <a:t>University of California, Irvine</a:t>
            </a:r>
          </a:p>
          <a:p>
            <a:pPr algn="ctr"/>
            <a:r>
              <a:rPr lang="en-US" altLang="zh-CN" sz="1200" b="1" i="1" dirty="0">
                <a:solidFill>
                  <a:srgbClr val="6B2D0B"/>
                </a:solidFill>
                <a:ea typeface="微软雅黑" panose="020B0503020204020204" pitchFamily="34" charset="-122"/>
                <a:sym typeface="+mn-ea"/>
              </a:rPr>
              <a:t> </a:t>
            </a:r>
            <a:endParaRPr lang="en-US" altLang="zh-CN" sz="1200" b="1" i="1" dirty="0">
              <a:solidFill>
                <a:srgbClr val="6B2D0B"/>
              </a:solidFill>
              <a:ea typeface="微软雅黑" panose="020B0503020204020204" pitchFamily="34" charset="-122"/>
            </a:endParaRPr>
          </a:p>
          <a:p>
            <a:pPr algn="ctr"/>
            <a:r>
              <a:rPr lang="en-US" altLang="zh-CN" b="1" i="1" dirty="0">
                <a:solidFill>
                  <a:srgbClr val="6B2D0B"/>
                </a:solidFill>
                <a:ea typeface="微软雅黑" panose="020B0503020204020204" pitchFamily="34" charset="-122"/>
                <a:sym typeface="+mn-ea"/>
              </a:rPr>
              <a:t>Presented by xxx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342890" y="17532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55902" y="1775113"/>
            <a:ext cx="4880195" cy="3611202"/>
            <a:chOff x="3655902" y="1775113"/>
            <a:chExt cx="4880195" cy="3611202"/>
          </a:xfrm>
        </p:grpSpPr>
        <p:grpSp>
          <p:nvGrpSpPr>
            <p:cNvPr id="40" name="组合 39"/>
            <p:cNvGrpSpPr/>
            <p:nvPr/>
          </p:nvGrpSpPr>
          <p:grpSpPr>
            <a:xfrm>
              <a:off x="3655902" y="1775113"/>
              <a:ext cx="4880195" cy="553054"/>
              <a:chOff x="3655902" y="1765588"/>
              <a:chExt cx="4880195" cy="553054"/>
            </a:xfrm>
          </p:grpSpPr>
          <p:grpSp>
            <p:nvGrpSpPr>
              <p:cNvPr id="30" name="Google Shape;863;p65"/>
              <p:cNvGrpSpPr>
                <a:grpSpLocks noChangeAspect="1"/>
              </p:cNvGrpSpPr>
              <p:nvPr/>
            </p:nvGrpSpPr>
            <p:grpSpPr>
              <a:xfrm>
                <a:off x="3655902" y="1952115"/>
                <a:ext cx="190147" cy="180000"/>
                <a:chOff x="4660325" y="1866850"/>
                <a:chExt cx="68350" cy="58100"/>
              </a:xfrm>
            </p:grpSpPr>
            <p:sp>
              <p:nvSpPr>
                <p:cNvPr id="34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6">
                      <a:lumMod val="5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/>
                </a:p>
              </p:txBody>
            </p:sp>
            <p:sp>
              <p:nvSpPr>
                <p:cNvPr id="35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6">
                      <a:lumMod val="5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/>
                </a:p>
              </p:txBody>
            </p:sp>
          </p:grpSp>
          <p:grpSp>
            <p:nvGrpSpPr>
              <p:cNvPr id="31" name="Google Shape;863;p65"/>
              <p:cNvGrpSpPr>
                <a:grpSpLocks noChangeAspect="1"/>
              </p:cNvGrpSpPr>
              <p:nvPr/>
            </p:nvGrpSpPr>
            <p:grpSpPr>
              <a:xfrm flipH="1">
                <a:off x="8345950" y="1952115"/>
                <a:ext cx="190147" cy="180000"/>
                <a:chOff x="4660325" y="1866850"/>
                <a:chExt cx="68350" cy="58100"/>
              </a:xfrm>
            </p:grpSpPr>
            <p:sp>
              <p:nvSpPr>
                <p:cNvPr id="32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6">
                      <a:lumMod val="5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/>
                </a:p>
              </p:txBody>
            </p:sp>
            <p:sp>
              <p:nvSpPr>
                <p:cNvPr id="33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6">
                      <a:lumMod val="5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/>
                </a:p>
              </p:txBody>
            </p:sp>
          </p:grpSp>
          <p:sp>
            <p:nvSpPr>
              <p:cNvPr id="2" name="矩形: 圆角 1"/>
              <p:cNvSpPr/>
              <p:nvPr/>
            </p:nvSpPr>
            <p:spPr>
              <a:xfrm>
                <a:off x="4029582" y="1765588"/>
                <a:ext cx="4132835" cy="553054"/>
              </a:xfrm>
              <a:prstGeom prst="roundRect">
                <a:avLst>
                  <a:gd name="adj" fmla="val 17699"/>
                </a:avLst>
              </a:prstGeom>
              <a:noFill/>
              <a:ln w="28575">
                <a:solidFill>
                  <a:srgbClr val="9BAA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Tx/>
                  <a:buSzTx/>
                  <a:buFontTx/>
                  <a:defRPr/>
                </a:pPr>
                <a:r>
                  <a:rPr lang="zh-CN" altLang="en-US" sz="2800" b="1" dirty="0">
                    <a:solidFill>
                      <a:srgbClr val="3843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研</a:t>
                </a:r>
                <a:r>
                  <a:rPr lang="en-US" altLang="zh-CN" sz="2800" b="1" dirty="0">
                    <a:solidFill>
                      <a:srgbClr val="3843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</a:t>
                </a:r>
                <a:r>
                  <a:rPr lang="zh-CN" altLang="en-US" sz="2800" b="1" dirty="0">
                    <a:solidFill>
                      <a:srgbClr val="3843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究</a:t>
                </a:r>
                <a:r>
                  <a:rPr lang="en-US" altLang="zh-CN" sz="2800" b="1" dirty="0">
                    <a:solidFill>
                      <a:srgbClr val="3843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</a:t>
                </a:r>
                <a:r>
                  <a:rPr lang="zh-CN" altLang="en-US" sz="2800" b="1" dirty="0">
                    <a:solidFill>
                      <a:srgbClr val="3843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背</a:t>
                </a:r>
                <a:r>
                  <a:rPr lang="en-US" altLang="zh-CN" sz="2800" b="1" dirty="0">
                    <a:solidFill>
                      <a:srgbClr val="3843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</a:t>
                </a:r>
                <a:r>
                  <a:rPr lang="zh-CN" altLang="en-US" sz="2800" b="1" dirty="0">
                    <a:solidFill>
                      <a:srgbClr val="3843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景</a:t>
                </a:r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3655902" y="4833261"/>
              <a:ext cx="4880195" cy="553054"/>
              <a:chOff x="3655902" y="1765588"/>
              <a:chExt cx="4880195" cy="553054"/>
            </a:xfrm>
            <a:solidFill>
              <a:schemeClr val="bg1">
                <a:lumMod val="65000"/>
                <a:alpha val="50000"/>
              </a:schemeClr>
            </a:solidFill>
          </p:grpSpPr>
          <p:grpSp>
            <p:nvGrpSpPr>
              <p:cNvPr id="42" name="Google Shape;863;p65"/>
              <p:cNvGrpSpPr>
                <a:grpSpLocks noChangeAspect="1"/>
              </p:cNvGrpSpPr>
              <p:nvPr/>
            </p:nvGrpSpPr>
            <p:grpSpPr>
              <a:xfrm>
                <a:off x="3655902" y="1952115"/>
                <a:ext cx="190147" cy="180000"/>
                <a:chOff x="4660325" y="1866850"/>
                <a:chExt cx="68350" cy="58100"/>
              </a:xfrm>
              <a:grpFill/>
            </p:grpSpPr>
            <p:sp>
              <p:nvSpPr>
                <p:cNvPr id="47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48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43" name="Google Shape;863;p65"/>
              <p:cNvGrpSpPr>
                <a:grpSpLocks noChangeAspect="1"/>
              </p:cNvGrpSpPr>
              <p:nvPr/>
            </p:nvGrpSpPr>
            <p:grpSpPr>
              <a:xfrm flipH="1">
                <a:off x="8345950" y="1952115"/>
                <a:ext cx="190147" cy="180000"/>
                <a:chOff x="4660325" y="1866850"/>
                <a:chExt cx="68350" cy="58100"/>
              </a:xfrm>
              <a:grpFill/>
            </p:grpSpPr>
            <p:sp>
              <p:nvSpPr>
                <p:cNvPr id="45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46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p:grpSp>
          <p:sp>
            <p:nvSpPr>
              <p:cNvPr id="44" name="矩形: 圆角 43"/>
              <p:cNvSpPr/>
              <p:nvPr/>
            </p:nvSpPr>
            <p:spPr>
              <a:xfrm>
                <a:off x="4029582" y="1765588"/>
                <a:ext cx="4132835" cy="553054"/>
              </a:xfrm>
              <a:prstGeom prst="roundRect">
                <a:avLst>
                  <a:gd name="adj" fmla="val 17699"/>
                </a:avLst>
              </a:prstGeom>
              <a:grpFill/>
              <a:ln w="285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Tx/>
                  <a:buSzTx/>
                  <a:buFontTx/>
                  <a:defRPr/>
                </a:pPr>
                <a:r>
                  <a:rPr lang="zh-CN" altLang="en-US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思 考 总 结</a:t>
                </a:r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>
              <a:off x="3655902" y="2794496"/>
              <a:ext cx="4880195" cy="553054"/>
              <a:chOff x="3655902" y="1765588"/>
              <a:chExt cx="4880195" cy="553054"/>
            </a:xfrm>
            <a:solidFill>
              <a:schemeClr val="bg1">
                <a:lumMod val="65000"/>
                <a:alpha val="50000"/>
              </a:schemeClr>
            </a:solidFill>
          </p:grpSpPr>
          <p:grpSp>
            <p:nvGrpSpPr>
              <p:cNvPr id="50" name="Google Shape;863;p65"/>
              <p:cNvGrpSpPr>
                <a:grpSpLocks noChangeAspect="1"/>
              </p:cNvGrpSpPr>
              <p:nvPr/>
            </p:nvGrpSpPr>
            <p:grpSpPr>
              <a:xfrm>
                <a:off x="3655902" y="1952115"/>
                <a:ext cx="190147" cy="180000"/>
                <a:chOff x="4660325" y="1866850"/>
                <a:chExt cx="68350" cy="58100"/>
              </a:xfrm>
              <a:grpFill/>
            </p:grpSpPr>
            <p:sp>
              <p:nvSpPr>
                <p:cNvPr id="55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56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51" name="Google Shape;863;p65"/>
              <p:cNvGrpSpPr>
                <a:grpSpLocks noChangeAspect="1"/>
              </p:cNvGrpSpPr>
              <p:nvPr/>
            </p:nvGrpSpPr>
            <p:grpSpPr>
              <a:xfrm flipH="1">
                <a:off x="8345950" y="1952115"/>
                <a:ext cx="190147" cy="180000"/>
                <a:chOff x="4660325" y="1866850"/>
                <a:chExt cx="68350" cy="58100"/>
              </a:xfrm>
              <a:grpFill/>
            </p:grpSpPr>
            <p:sp>
              <p:nvSpPr>
                <p:cNvPr id="53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54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p:grpSp>
          <p:sp>
            <p:nvSpPr>
              <p:cNvPr id="52" name="矩形: 圆角 51"/>
              <p:cNvSpPr/>
              <p:nvPr/>
            </p:nvSpPr>
            <p:spPr>
              <a:xfrm>
                <a:off x="4029582" y="1765588"/>
                <a:ext cx="4132835" cy="553054"/>
              </a:xfrm>
              <a:prstGeom prst="roundRect">
                <a:avLst>
                  <a:gd name="adj" fmla="val 17699"/>
                </a:avLst>
              </a:prstGeom>
              <a:grpFill/>
              <a:ln w="285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zh-CN" altLang="en-US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本</a:t>
                </a:r>
                <a:r>
                  <a:rPr lang="en-US" altLang="zh-CN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</a:t>
                </a:r>
                <a:r>
                  <a:rPr lang="zh-CN" altLang="en-US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文</a:t>
                </a:r>
                <a:r>
                  <a:rPr lang="en-US" altLang="zh-CN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</a:t>
                </a:r>
                <a:r>
                  <a:rPr lang="zh-CN" altLang="en-US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工</a:t>
                </a:r>
                <a:r>
                  <a:rPr lang="en-US" altLang="zh-CN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</a:t>
                </a:r>
                <a:r>
                  <a:rPr lang="zh-CN" altLang="en-US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作</a:t>
                </a:r>
              </a:p>
            </p:txBody>
          </p:sp>
        </p:grpSp>
        <p:grpSp>
          <p:nvGrpSpPr>
            <p:cNvPr id="57" name="组合 56"/>
            <p:cNvGrpSpPr/>
            <p:nvPr/>
          </p:nvGrpSpPr>
          <p:grpSpPr>
            <a:xfrm>
              <a:off x="3655902" y="3813879"/>
              <a:ext cx="4880195" cy="553085"/>
              <a:chOff x="3655902" y="1765588"/>
              <a:chExt cx="4880195" cy="553085"/>
            </a:xfrm>
            <a:solidFill>
              <a:schemeClr val="bg1">
                <a:lumMod val="65000"/>
                <a:alpha val="50000"/>
              </a:schemeClr>
            </a:solidFill>
          </p:grpSpPr>
          <p:grpSp>
            <p:nvGrpSpPr>
              <p:cNvPr id="58" name="Google Shape;863;p65"/>
              <p:cNvGrpSpPr>
                <a:grpSpLocks noChangeAspect="1"/>
              </p:cNvGrpSpPr>
              <p:nvPr/>
            </p:nvGrpSpPr>
            <p:grpSpPr>
              <a:xfrm>
                <a:off x="3655902" y="1952115"/>
                <a:ext cx="190147" cy="180000"/>
                <a:chOff x="4660325" y="1866850"/>
                <a:chExt cx="68350" cy="58100"/>
              </a:xfrm>
              <a:grpFill/>
            </p:grpSpPr>
            <p:sp>
              <p:nvSpPr>
                <p:cNvPr id="63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64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59" name="Google Shape;863;p65"/>
              <p:cNvGrpSpPr>
                <a:grpSpLocks noChangeAspect="1"/>
              </p:cNvGrpSpPr>
              <p:nvPr/>
            </p:nvGrpSpPr>
            <p:grpSpPr>
              <a:xfrm flipH="1">
                <a:off x="8345950" y="1952115"/>
                <a:ext cx="190147" cy="180000"/>
                <a:chOff x="4660325" y="1866850"/>
                <a:chExt cx="68350" cy="58100"/>
              </a:xfrm>
              <a:grpFill/>
            </p:grpSpPr>
            <p:sp>
              <p:nvSpPr>
                <p:cNvPr id="61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62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p:grpSp>
          <p:sp>
            <p:nvSpPr>
              <p:cNvPr id="60" name="矩形: 圆角 59"/>
              <p:cNvSpPr/>
              <p:nvPr/>
            </p:nvSpPr>
            <p:spPr>
              <a:xfrm>
                <a:off x="4031187" y="1765588"/>
                <a:ext cx="4128770" cy="553085"/>
              </a:xfrm>
              <a:prstGeom prst="roundRect">
                <a:avLst>
                  <a:gd name="adj" fmla="val 17699"/>
                </a:avLst>
              </a:prstGeom>
              <a:grpFill/>
              <a:ln w="285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Tx/>
                  <a:buSzTx/>
                  <a:buFontTx/>
                  <a:defRPr/>
                </a:pPr>
                <a:r>
                  <a:rPr lang="zh-CN" altLang="en-US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实 验 结 果</a:t>
                </a:r>
              </a:p>
            </p:txBody>
          </p:sp>
        </p:grpSp>
      </p:grp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提纲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5E12F-523A-4D75-95A2-779F57F5D9E2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研究背景</a:t>
            </a:r>
            <a:r>
              <a:rPr lang="en-US" altLang="zh-CN" dirty="0"/>
              <a:t>-Entity Resolution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5C669053-722A-90CD-9BB8-DD67B9591D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76150697"/>
                  </p:ext>
                </p:extLst>
              </p:nvPr>
            </p:nvGraphicFramePr>
            <p:xfrm>
              <a:off x="1425508" y="2349076"/>
              <a:ext cx="5469606" cy="175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7546">
                      <a:extLst>
                        <a:ext uri="{9D8B030D-6E8A-4147-A177-3AD203B41FA5}">
                          <a16:colId xmlns:a16="http://schemas.microsoft.com/office/drawing/2014/main" val="1030750881"/>
                        </a:ext>
                      </a:extLst>
                    </a:gridCol>
                    <a:gridCol w="2164080">
                      <a:extLst>
                        <a:ext uri="{9D8B030D-6E8A-4147-A177-3AD203B41FA5}">
                          <a16:colId xmlns:a16="http://schemas.microsoft.com/office/drawing/2014/main" val="2079411386"/>
                        </a:ext>
                      </a:extLst>
                    </a:gridCol>
                    <a:gridCol w="2164080">
                      <a:extLst>
                        <a:ext uri="{9D8B030D-6E8A-4147-A177-3AD203B41FA5}">
                          <a16:colId xmlns:a16="http://schemas.microsoft.com/office/drawing/2014/main" val="4171348913"/>
                        </a:ext>
                      </a:extLst>
                    </a:gridCol>
                    <a:gridCol w="723900">
                      <a:extLst>
                        <a:ext uri="{9D8B030D-6E8A-4147-A177-3AD203B41FA5}">
                          <a16:colId xmlns:a16="http://schemas.microsoft.com/office/drawing/2014/main" val="15894269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id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9DB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name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9DB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description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9DB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price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9DB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69624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/>
                            <a:t>samsung</a:t>
                          </a:r>
                          <a:r>
                            <a:rPr lang="en-US" altLang="zh-CN" dirty="0"/>
                            <a:t> 52’ series 7 black flat …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/>
                            <a:t>samsung</a:t>
                          </a:r>
                          <a:r>
                            <a:rPr lang="en-US" altLang="zh-CN" dirty="0"/>
                            <a:t> 52’ series 7 black flat panel </a:t>
                          </a:r>
                          <a:r>
                            <a:rPr lang="en-US" altLang="zh-CN" dirty="0" err="1"/>
                            <a:t>Icd</a:t>
                          </a:r>
                          <a:r>
                            <a:rPr lang="en-US" altLang="zh-CN" dirty="0"/>
                            <a:t> …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NULL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37527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/>
                            <a:t>sony</a:t>
                          </a:r>
                          <a:r>
                            <a:rPr lang="en-US" altLang="zh-CN" dirty="0"/>
                            <a:t> 46’ </a:t>
                          </a:r>
                          <a:r>
                            <a:rPr lang="en-US" altLang="zh-CN" dirty="0" err="1"/>
                            <a:t>bravia</a:t>
                          </a:r>
                          <a:r>
                            <a:rPr lang="en-US" altLang="zh-CN" dirty="0"/>
                            <a:t> …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/>
                            <a:t>bravia</a:t>
                          </a:r>
                          <a:r>
                            <a:rPr lang="en-US" altLang="zh-CN" dirty="0"/>
                            <a:t> z series …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NULL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771339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/>
                            <a:t>linksys</a:t>
                          </a:r>
                          <a:r>
                            <a:rPr lang="en-US" altLang="zh-CN" dirty="0"/>
                            <a:t> </a:t>
                          </a:r>
                          <a:r>
                            <a:rPr lang="en-US" altLang="zh-CN" dirty="0" err="1"/>
                            <a:t>wirelessn</a:t>
                          </a:r>
                          <a:r>
                            <a:rPr lang="en-US" altLang="zh-CN" dirty="0"/>
                            <a:t> …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security router …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NULL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59500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5C669053-722A-90CD-9BB8-DD67B9591D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76150697"/>
                  </p:ext>
                </p:extLst>
              </p:nvPr>
            </p:nvGraphicFramePr>
            <p:xfrm>
              <a:off x="1425508" y="2349076"/>
              <a:ext cx="5469606" cy="175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7546">
                      <a:extLst>
                        <a:ext uri="{9D8B030D-6E8A-4147-A177-3AD203B41FA5}">
                          <a16:colId xmlns:a16="http://schemas.microsoft.com/office/drawing/2014/main" val="1030750881"/>
                        </a:ext>
                      </a:extLst>
                    </a:gridCol>
                    <a:gridCol w="2164080">
                      <a:extLst>
                        <a:ext uri="{9D8B030D-6E8A-4147-A177-3AD203B41FA5}">
                          <a16:colId xmlns:a16="http://schemas.microsoft.com/office/drawing/2014/main" val="2079411386"/>
                        </a:ext>
                      </a:extLst>
                    </a:gridCol>
                    <a:gridCol w="2164080">
                      <a:extLst>
                        <a:ext uri="{9D8B030D-6E8A-4147-A177-3AD203B41FA5}">
                          <a16:colId xmlns:a16="http://schemas.microsoft.com/office/drawing/2014/main" val="4171348913"/>
                        </a:ext>
                      </a:extLst>
                    </a:gridCol>
                    <a:gridCol w="723900">
                      <a:extLst>
                        <a:ext uri="{9D8B030D-6E8A-4147-A177-3AD203B41FA5}">
                          <a16:colId xmlns:a16="http://schemas.microsoft.com/office/drawing/2014/main" val="15894269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id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9DB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name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9DB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description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9DB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price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9DB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696246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49" t="-62857" r="-1205797" b="-13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/>
                            <a:t>samsung</a:t>
                          </a:r>
                          <a:r>
                            <a:rPr lang="en-US" altLang="zh-CN" dirty="0"/>
                            <a:t> 52’ series 7 black flat …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/>
                            <a:t>samsung</a:t>
                          </a:r>
                          <a:r>
                            <a:rPr lang="en-US" altLang="zh-CN" dirty="0"/>
                            <a:t> 52’ series 7 black flat panel </a:t>
                          </a:r>
                          <a:r>
                            <a:rPr lang="en-US" altLang="zh-CN" dirty="0" err="1"/>
                            <a:t>Icd</a:t>
                          </a:r>
                          <a:r>
                            <a:rPr lang="en-US" altLang="zh-CN" dirty="0"/>
                            <a:t> …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NULL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37527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49" t="-280328" r="-1205797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/>
                            <a:t>sony</a:t>
                          </a:r>
                          <a:r>
                            <a:rPr lang="en-US" altLang="zh-CN" dirty="0"/>
                            <a:t> 46’ </a:t>
                          </a:r>
                          <a:r>
                            <a:rPr lang="en-US" altLang="zh-CN" dirty="0" err="1"/>
                            <a:t>bravia</a:t>
                          </a:r>
                          <a:r>
                            <a:rPr lang="en-US" altLang="zh-CN" dirty="0"/>
                            <a:t> …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/>
                            <a:t>bravia</a:t>
                          </a:r>
                          <a:r>
                            <a:rPr lang="en-US" altLang="zh-CN" dirty="0"/>
                            <a:t> z series …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NULL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771339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49" t="-380328" r="-1205797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/>
                            <a:t>linksys</a:t>
                          </a:r>
                          <a:r>
                            <a:rPr lang="en-US" altLang="zh-CN" dirty="0"/>
                            <a:t> </a:t>
                          </a:r>
                          <a:r>
                            <a:rPr lang="en-US" altLang="zh-CN" dirty="0" err="1"/>
                            <a:t>wirelessn</a:t>
                          </a:r>
                          <a:r>
                            <a:rPr lang="en-US" altLang="zh-CN" dirty="0"/>
                            <a:t> …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security router …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NULL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595003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523C8343-E3BD-A4D8-8DBD-397E27F1BF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1459395"/>
                  </p:ext>
                </p:extLst>
              </p:nvPr>
            </p:nvGraphicFramePr>
            <p:xfrm>
              <a:off x="1425508" y="4557627"/>
              <a:ext cx="6217636" cy="175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7546">
                      <a:extLst>
                        <a:ext uri="{9D8B030D-6E8A-4147-A177-3AD203B41FA5}">
                          <a16:colId xmlns:a16="http://schemas.microsoft.com/office/drawing/2014/main" val="1030750881"/>
                        </a:ext>
                      </a:extLst>
                    </a:gridCol>
                    <a:gridCol w="2164080">
                      <a:extLst>
                        <a:ext uri="{9D8B030D-6E8A-4147-A177-3AD203B41FA5}">
                          <a16:colId xmlns:a16="http://schemas.microsoft.com/office/drawing/2014/main" val="2079411386"/>
                        </a:ext>
                      </a:extLst>
                    </a:gridCol>
                    <a:gridCol w="2406366">
                      <a:extLst>
                        <a:ext uri="{9D8B030D-6E8A-4147-A177-3AD203B41FA5}">
                          <a16:colId xmlns:a16="http://schemas.microsoft.com/office/drawing/2014/main" val="4171348913"/>
                        </a:ext>
                      </a:extLst>
                    </a:gridCol>
                    <a:gridCol w="1229644">
                      <a:extLst>
                        <a:ext uri="{9D8B030D-6E8A-4147-A177-3AD203B41FA5}">
                          <a16:colId xmlns:a16="http://schemas.microsoft.com/office/drawing/2014/main" val="15894269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id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9DB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name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9DB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description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9DB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price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9DB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69624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/>
                            <a:t>samsung</a:t>
                          </a:r>
                          <a:r>
                            <a:rPr lang="en-US" altLang="zh-CN" dirty="0"/>
                            <a:t> In52a750 …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dynamic contrast ratio 120hz 6ms </a:t>
                          </a:r>
                          <a:r>
                            <a:rPr lang="en-US" altLang="zh-CN" dirty="0" err="1"/>
                            <a:t>respons</a:t>
                          </a:r>
                          <a:r>
                            <a:rPr lang="en-US" altLang="zh-CN" dirty="0"/>
                            <a:t> …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2148.99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37527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/>
                            <a:t>sony</a:t>
                          </a:r>
                          <a:r>
                            <a:rPr lang="en-US" altLang="zh-CN" dirty="0"/>
                            <a:t> </a:t>
                          </a:r>
                          <a:r>
                            <a:rPr lang="en-US" altLang="zh-CN" dirty="0" err="1"/>
                            <a:t>bravia</a:t>
                          </a:r>
                          <a:r>
                            <a:rPr lang="en-US" altLang="zh-CN" dirty="0"/>
                            <a:t> …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/>
                            <a:t>ntsc</a:t>
                          </a:r>
                          <a:r>
                            <a:rPr lang="en-US" altLang="zh-CN" dirty="0"/>
                            <a:t> 16:9 1366 x 768 …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597.72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771339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/>
                            <a:t>linksys</a:t>
                          </a:r>
                          <a:r>
                            <a:rPr lang="en-US" altLang="zh-CN" dirty="0"/>
                            <a:t> </a:t>
                          </a:r>
                          <a:r>
                            <a:rPr lang="en-US" altLang="zh-CN" dirty="0" err="1"/>
                            <a:t>wirelessg</a:t>
                          </a:r>
                          <a:r>
                            <a:rPr lang="en-US" altLang="zh-CN" dirty="0"/>
                            <a:t> …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54mbps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NULL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59500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523C8343-E3BD-A4D8-8DBD-397E27F1BF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1459395"/>
                  </p:ext>
                </p:extLst>
              </p:nvPr>
            </p:nvGraphicFramePr>
            <p:xfrm>
              <a:off x="1425508" y="4557627"/>
              <a:ext cx="6217636" cy="175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7546">
                      <a:extLst>
                        <a:ext uri="{9D8B030D-6E8A-4147-A177-3AD203B41FA5}">
                          <a16:colId xmlns:a16="http://schemas.microsoft.com/office/drawing/2014/main" val="1030750881"/>
                        </a:ext>
                      </a:extLst>
                    </a:gridCol>
                    <a:gridCol w="2164080">
                      <a:extLst>
                        <a:ext uri="{9D8B030D-6E8A-4147-A177-3AD203B41FA5}">
                          <a16:colId xmlns:a16="http://schemas.microsoft.com/office/drawing/2014/main" val="2079411386"/>
                        </a:ext>
                      </a:extLst>
                    </a:gridCol>
                    <a:gridCol w="2406366">
                      <a:extLst>
                        <a:ext uri="{9D8B030D-6E8A-4147-A177-3AD203B41FA5}">
                          <a16:colId xmlns:a16="http://schemas.microsoft.com/office/drawing/2014/main" val="4171348913"/>
                        </a:ext>
                      </a:extLst>
                    </a:gridCol>
                    <a:gridCol w="1229644">
                      <a:extLst>
                        <a:ext uri="{9D8B030D-6E8A-4147-A177-3AD203B41FA5}">
                          <a16:colId xmlns:a16="http://schemas.microsoft.com/office/drawing/2014/main" val="15894269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id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9DB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name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9DB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description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9DB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price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9DB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696246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49" t="-62264" r="-1382609" b="-128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/>
                            <a:t>samsung</a:t>
                          </a:r>
                          <a:r>
                            <a:rPr lang="en-US" altLang="zh-CN" dirty="0"/>
                            <a:t> In52a750 …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dynamic contrast ratio 120hz 6ms </a:t>
                          </a:r>
                          <a:r>
                            <a:rPr lang="en-US" altLang="zh-CN" dirty="0" err="1"/>
                            <a:t>respons</a:t>
                          </a:r>
                          <a:r>
                            <a:rPr lang="en-US" altLang="zh-CN" dirty="0"/>
                            <a:t> …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2148.99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37527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49" t="-281967" r="-1382609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/>
                            <a:t>sony</a:t>
                          </a:r>
                          <a:r>
                            <a:rPr lang="en-US" altLang="zh-CN" dirty="0"/>
                            <a:t> </a:t>
                          </a:r>
                          <a:r>
                            <a:rPr lang="en-US" altLang="zh-CN" dirty="0" err="1"/>
                            <a:t>bravia</a:t>
                          </a:r>
                          <a:r>
                            <a:rPr lang="en-US" altLang="zh-CN" dirty="0"/>
                            <a:t> …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/>
                            <a:t>ntsc</a:t>
                          </a:r>
                          <a:r>
                            <a:rPr lang="en-US" altLang="zh-CN" dirty="0"/>
                            <a:t> 16:9 1366 x 768 …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597.72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771339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49" t="-381967" r="-1382609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/>
                            <a:t>linksys</a:t>
                          </a:r>
                          <a:r>
                            <a:rPr lang="en-US" altLang="zh-CN" dirty="0"/>
                            <a:t> </a:t>
                          </a:r>
                          <a:r>
                            <a:rPr lang="en-US" altLang="zh-CN" dirty="0" err="1"/>
                            <a:t>wirelessg</a:t>
                          </a:r>
                          <a:r>
                            <a:rPr lang="en-US" altLang="zh-CN" dirty="0"/>
                            <a:t> …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54mbps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NULL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595003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20BCB15E-4001-E3D3-8D37-931963F7E396}"/>
              </a:ext>
            </a:extLst>
          </p:cNvPr>
          <p:cNvSpPr txBox="1"/>
          <p:nvPr/>
        </p:nvSpPr>
        <p:spPr>
          <a:xfrm>
            <a:off x="3632133" y="2001957"/>
            <a:ext cx="132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Table A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45EB919-CB68-9177-414A-0C4BEB99AB08}"/>
              </a:ext>
            </a:extLst>
          </p:cNvPr>
          <p:cNvSpPr txBox="1"/>
          <p:nvPr/>
        </p:nvSpPr>
        <p:spPr>
          <a:xfrm>
            <a:off x="3632133" y="4208260"/>
            <a:ext cx="132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Table B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E661C065-EF84-5F88-F887-057FE0F4672E}"/>
              </a:ext>
            </a:extLst>
          </p:cNvPr>
          <p:cNvCxnSpPr>
            <a:cxnSpLocks/>
          </p:cNvCxnSpPr>
          <p:nvPr/>
        </p:nvCxnSpPr>
        <p:spPr>
          <a:xfrm flipH="1">
            <a:off x="1155700" y="3020060"/>
            <a:ext cx="269808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163D3778-FAB5-AF57-633F-E9497F0EA292}"/>
              </a:ext>
            </a:extLst>
          </p:cNvPr>
          <p:cNvCxnSpPr/>
          <p:nvPr/>
        </p:nvCxnSpPr>
        <p:spPr>
          <a:xfrm>
            <a:off x="1143000" y="3013710"/>
            <a:ext cx="0" cy="224790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C61DEE39-CDA5-F260-C533-A85CE3ABBBDC}"/>
              </a:ext>
            </a:extLst>
          </p:cNvPr>
          <p:cNvCxnSpPr>
            <a:cxnSpLocks/>
          </p:cNvCxnSpPr>
          <p:nvPr/>
        </p:nvCxnSpPr>
        <p:spPr>
          <a:xfrm>
            <a:off x="1155700" y="5261610"/>
            <a:ext cx="269808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67C0F36-C15D-F78B-A86E-3A3700D1F5F6}"/>
                  </a:ext>
                </a:extLst>
              </p:cNvPr>
              <p:cNvSpPr txBox="1"/>
              <p:nvPr/>
            </p:nvSpPr>
            <p:spPr>
              <a:xfrm>
                <a:off x="323850" y="2650728"/>
                <a:ext cx="15367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, ?)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67C0F36-C15D-F78B-A86E-3A3700D1F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" y="2650728"/>
                <a:ext cx="1536700" cy="369332"/>
              </a:xfrm>
              <a:prstGeom prst="rect">
                <a:avLst/>
              </a:prstGeom>
              <a:blipFill>
                <a:blip r:embed="rId5"/>
                <a:stretch>
                  <a:fillRect l="-3175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97B9F9B5-C581-073D-C753-8F09E10708EE}"/>
              </a:ext>
            </a:extLst>
          </p:cNvPr>
          <p:cNvCxnSpPr/>
          <p:nvPr/>
        </p:nvCxnSpPr>
        <p:spPr>
          <a:xfrm flipH="1">
            <a:off x="1003300" y="3559810"/>
            <a:ext cx="422208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5C6E50B8-DC8C-886E-00B7-2B86BA0442A6}"/>
              </a:ext>
            </a:extLst>
          </p:cNvPr>
          <p:cNvCxnSpPr/>
          <p:nvPr/>
        </p:nvCxnSpPr>
        <p:spPr>
          <a:xfrm>
            <a:off x="996950" y="3572510"/>
            <a:ext cx="0" cy="217805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9AA056E4-6C07-6B03-95D8-B77F583BB753}"/>
              </a:ext>
            </a:extLst>
          </p:cNvPr>
          <p:cNvCxnSpPr/>
          <p:nvPr/>
        </p:nvCxnSpPr>
        <p:spPr>
          <a:xfrm>
            <a:off x="1003300" y="5750560"/>
            <a:ext cx="422208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C9AC00D4-0CED-331A-E924-61570D8C9D53}"/>
                  </a:ext>
                </a:extLst>
              </p:cNvPr>
              <p:cNvSpPr txBox="1"/>
              <p:nvPr/>
            </p:nvSpPr>
            <p:spPr>
              <a:xfrm>
                <a:off x="76200" y="3192026"/>
                <a:ext cx="15367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, ?)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C9AC00D4-0CED-331A-E924-61570D8C9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3192026"/>
                <a:ext cx="1536700" cy="369332"/>
              </a:xfrm>
              <a:prstGeom prst="rect">
                <a:avLst/>
              </a:prstGeom>
              <a:blipFill>
                <a:blip r:embed="rId6"/>
                <a:stretch>
                  <a:fillRect l="-3571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FC5F13C0-373B-DDFB-5B5B-7546B541F997}"/>
              </a:ext>
            </a:extLst>
          </p:cNvPr>
          <p:cNvCxnSpPr>
            <a:cxnSpLocks/>
          </p:cNvCxnSpPr>
          <p:nvPr/>
        </p:nvCxnSpPr>
        <p:spPr>
          <a:xfrm flipH="1">
            <a:off x="819150" y="3921760"/>
            <a:ext cx="606358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392AAF91-8EDA-D14E-463D-0308A925B189}"/>
              </a:ext>
            </a:extLst>
          </p:cNvPr>
          <p:cNvCxnSpPr>
            <a:cxnSpLocks/>
          </p:cNvCxnSpPr>
          <p:nvPr/>
        </p:nvCxnSpPr>
        <p:spPr>
          <a:xfrm>
            <a:off x="819150" y="3921760"/>
            <a:ext cx="0" cy="219710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CF61ADDE-A78B-4271-3E58-DBCC302F639A}"/>
              </a:ext>
            </a:extLst>
          </p:cNvPr>
          <p:cNvCxnSpPr/>
          <p:nvPr/>
        </p:nvCxnSpPr>
        <p:spPr>
          <a:xfrm>
            <a:off x="819150" y="6118860"/>
            <a:ext cx="606358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D0C2B10C-C0A0-707C-D3F6-DA265C3C9146}"/>
                  </a:ext>
                </a:extLst>
              </p:cNvPr>
              <p:cNvSpPr txBox="1"/>
              <p:nvPr/>
            </p:nvSpPr>
            <p:spPr>
              <a:xfrm>
                <a:off x="323850" y="6092944"/>
                <a:ext cx="15367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/>
                  <a:t>, ?)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D0C2B10C-C0A0-707C-D3F6-DA265C3C9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" y="6092944"/>
                <a:ext cx="1536700" cy="369332"/>
              </a:xfrm>
              <a:prstGeom prst="rect">
                <a:avLst/>
              </a:prstGeom>
              <a:blipFill>
                <a:blip r:embed="rId7"/>
                <a:stretch>
                  <a:fillRect l="-3175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文本框 68">
            <a:extLst>
              <a:ext uri="{FF2B5EF4-FFF2-40B4-BE49-F238E27FC236}">
                <a16:creationId xmlns:a16="http://schemas.microsoft.com/office/drawing/2014/main" id="{94DD9FDA-AF84-C621-8027-8660D21ED7CF}"/>
              </a:ext>
            </a:extLst>
          </p:cNvPr>
          <p:cNvSpPr txBox="1"/>
          <p:nvPr/>
        </p:nvSpPr>
        <p:spPr>
          <a:xfrm>
            <a:off x="307624" y="983151"/>
            <a:ext cx="120542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Entity Resolution (ER):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identify and disambiguate real-world entities represented by 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different identifiers or descriptions across multiple records</a:t>
            </a:r>
          </a:p>
        </p:txBody>
      </p:sp>
      <p:sp>
        <p:nvSpPr>
          <p:cNvPr id="103" name="箭头: 下 102">
            <a:extLst>
              <a:ext uri="{FF2B5EF4-FFF2-40B4-BE49-F238E27FC236}">
                <a16:creationId xmlns:a16="http://schemas.microsoft.com/office/drawing/2014/main" id="{BCE9DC8E-0318-2002-3073-3B53D843C9AA}"/>
              </a:ext>
            </a:extLst>
          </p:cNvPr>
          <p:cNvSpPr/>
          <p:nvPr/>
        </p:nvSpPr>
        <p:spPr>
          <a:xfrm flipH="1">
            <a:off x="10008477" y="2449937"/>
            <a:ext cx="177820" cy="450850"/>
          </a:xfrm>
          <a:prstGeom prst="downArrow">
            <a:avLst/>
          </a:prstGeom>
          <a:solidFill>
            <a:srgbClr val="C9DB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white"/>
                </a:solidFill>
                <a:latin typeface="Calibri" panose="020F0502020204030204"/>
                <a:ea typeface="微软雅黑" panose="020B0503020204020204" pitchFamily="34" charset="-122"/>
              </a:rPr>
              <a:t> </a:t>
            </a:r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104" name="箭头: 下 103">
            <a:extLst>
              <a:ext uri="{FF2B5EF4-FFF2-40B4-BE49-F238E27FC236}">
                <a16:creationId xmlns:a16="http://schemas.microsoft.com/office/drawing/2014/main" id="{FC13B285-67B8-D43C-70D7-076377417CD9}"/>
              </a:ext>
            </a:extLst>
          </p:cNvPr>
          <p:cNvSpPr/>
          <p:nvPr/>
        </p:nvSpPr>
        <p:spPr>
          <a:xfrm flipH="1">
            <a:off x="11126292" y="2449937"/>
            <a:ext cx="177820" cy="450850"/>
          </a:xfrm>
          <a:prstGeom prst="downArrow">
            <a:avLst/>
          </a:prstGeom>
          <a:solidFill>
            <a:srgbClr val="C9DB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8E53B4ED-AB82-AE8C-6B2C-77276E091C64}"/>
              </a:ext>
            </a:extLst>
          </p:cNvPr>
          <p:cNvGrpSpPr/>
          <p:nvPr/>
        </p:nvGrpSpPr>
        <p:grpSpPr>
          <a:xfrm>
            <a:off x="8131741" y="1944055"/>
            <a:ext cx="3446848" cy="485136"/>
            <a:chOff x="7927198" y="1354775"/>
            <a:chExt cx="3311631" cy="485136"/>
          </a:xfrm>
        </p:grpSpPr>
        <p:pic>
          <p:nvPicPr>
            <p:cNvPr id="95" name="图片 94">
              <a:extLst>
                <a:ext uri="{FF2B5EF4-FFF2-40B4-BE49-F238E27FC236}">
                  <a16:creationId xmlns:a16="http://schemas.microsoft.com/office/drawing/2014/main" id="{DBFC4691-C453-4BFA-FDF2-662A1EB7F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3901" y="1401746"/>
              <a:ext cx="357142" cy="404575"/>
            </a:xfrm>
            <a:prstGeom prst="rect">
              <a:avLst/>
            </a:prstGeom>
          </p:spPr>
        </p:pic>
        <p:pic>
          <p:nvPicPr>
            <p:cNvPr id="96" name="图片 95">
              <a:extLst>
                <a:ext uri="{FF2B5EF4-FFF2-40B4-BE49-F238E27FC236}">
                  <a16:creationId xmlns:a16="http://schemas.microsoft.com/office/drawing/2014/main" id="{1A0C0992-BF35-F653-1E55-39F07B2F8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97780" y="1397768"/>
              <a:ext cx="357142" cy="404575"/>
            </a:xfrm>
            <a:prstGeom prst="rect">
              <a:avLst/>
            </a:prstGeom>
          </p:spPr>
        </p:pic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6270AB0D-052A-FF56-8651-B65A3AA90561}"/>
                </a:ext>
              </a:extLst>
            </p:cNvPr>
            <p:cNvSpPr txBox="1"/>
            <p:nvPr/>
          </p:nvSpPr>
          <p:spPr>
            <a:xfrm>
              <a:off x="7927198" y="1419368"/>
              <a:ext cx="17009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Data Sources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C47AADA0-55D6-D6F6-EAE2-4AC12C0E15C1}"/>
                </a:ext>
              </a:extLst>
            </p:cNvPr>
            <p:cNvSpPr/>
            <p:nvPr/>
          </p:nvSpPr>
          <p:spPr>
            <a:xfrm>
              <a:off x="7956483" y="1354775"/>
              <a:ext cx="3282346" cy="48513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 panose="020F0502020204030204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B32E21EC-C6BC-2C9E-D7F5-0E3D25B6711C}"/>
              </a:ext>
            </a:extLst>
          </p:cNvPr>
          <p:cNvGrpSpPr/>
          <p:nvPr/>
        </p:nvGrpSpPr>
        <p:grpSpPr>
          <a:xfrm>
            <a:off x="8131742" y="2916691"/>
            <a:ext cx="3446846" cy="485136"/>
            <a:chOff x="7935527" y="2694169"/>
            <a:chExt cx="3446846" cy="485136"/>
          </a:xfrm>
        </p:grpSpPr>
        <p:pic>
          <p:nvPicPr>
            <p:cNvPr id="99" name="图片 98">
              <a:extLst>
                <a:ext uri="{FF2B5EF4-FFF2-40B4-BE49-F238E27FC236}">
                  <a16:creationId xmlns:a16="http://schemas.microsoft.com/office/drawing/2014/main" id="{F3D11D2F-1D58-4D97-4F4D-A13487474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4410" y="2778680"/>
              <a:ext cx="355808" cy="355808"/>
            </a:xfrm>
            <a:prstGeom prst="rect">
              <a:avLst/>
            </a:prstGeom>
          </p:spPr>
        </p:pic>
        <p:pic>
          <p:nvPicPr>
            <p:cNvPr id="101" name="图片 100">
              <a:extLst>
                <a:ext uri="{FF2B5EF4-FFF2-40B4-BE49-F238E27FC236}">
                  <a16:creationId xmlns:a16="http://schemas.microsoft.com/office/drawing/2014/main" id="{DD65F658-CB5D-B1B5-548E-69BACE07C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31558" y="2779300"/>
              <a:ext cx="355808" cy="355808"/>
            </a:xfrm>
            <a:prstGeom prst="rect">
              <a:avLst/>
            </a:prstGeom>
          </p:spPr>
        </p:pic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2FC24DD4-AB2B-0791-F732-4700027432F4}"/>
                </a:ext>
              </a:extLst>
            </p:cNvPr>
            <p:cNvSpPr txBox="1"/>
            <p:nvPr/>
          </p:nvSpPr>
          <p:spPr>
            <a:xfrm>
              <a:off x="7935527" y="2757728"/>
              <a:ext cx="17703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Data Tables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3F4C1779-4DE7-988C-08A8-0E203C715905}"/>
                </a:ext>
              </a:extLst>
            </p:cNvPr>
            <p:cNvSpPr/>
            <p:nvPr/>
          </p:nvSpPr>
          <p:spPr>
            <a:xfrm>
              <a:off x="7975532" y="2694169"/>
              <a:ext cx="3406841" cy="48513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 panose="020F0502020204030204"/>
                <a:ea typeface="微软雅黑" panose="020B0503020204020204" pitchFamily="34" charset="-122"/>
              </a:endParaRPr>
            </a:p>
          </p:txBody>
        </p:sp>
      </p:grpSp>
      <p:sp>
        <p:nvSpPr>
          <p:cNvPr id="109" name="文本框 108">
            <a:extLst>
              <a:ext uri="{FF2B5EF4-FFF2-40B4-BE49-F238E27FC236}">
                <a16:creationId xmlns:a16="http://schemas.microsoft.com/office/drawing/2014/main" id="{9C6C712F-D97D-2D67-4481-885B82C5AFCA}"/>
              </a:ext>
            </a:extLst>
          </p:cNvPr>
          <p:cNvSpPr txBox="1"/>
          <p:nvPr/>
        </p:nvSpPr>
        <p:spPr>
          <a:xfrm>
            <a:off x="8131743" y="2485196"/>
            <a:ext cx="19560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 Collection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80F8B1D7-9F2C-4990-D076-45812BFC4DB6}"/>
              </a:ext>
            </a:extLst>
          </p:cNvPr>
          <p:cNvGrpSpPr/>
          <p:nvPr/>
        </p:nvGrpSpPr>
        <p:grpSpPr>
          <a:xfrm>
            <a:off x="8136500" y="3923030"/>
            <a:ext cx="3437320" cy="485136"/>
            <a:chOff x="7931792" y="3526531"/>
            <a:chExt cx="3321324" cy="485136"/>
          </a:xfrm>
        </p:grpSpPr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A47B632A-8FAE-E269-0AAE-2D45A7A32699}"/>
                </a:ext>
              </a:extLst>
            </p:cNvPr>
            <p:cNvSpPr txBox="1"/>
            <p:nvPr/>
          </p:nvSpPr>
          <p:spPr>
            <a:xfrm>
              <a:off x="7931792" y="3574850"/>
              <a:ext cx="25543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Normalized Data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3CE1ECC9-B9A4-C1E1-7448-58D363404CEF}"/>
                </a:ext>
              </a:extLst>
            </p:cNvPr>
            <p:cNvSpPr/>
            <p:nvPr/>
          </p:nvSpPr>
          <p:spPr>
            <a:xfrm>
              <a:off x="7970770" y="3526531"/>
              <a:ext cx="3282346" cy="48513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 panose="020F0502020204030204"/>
                <a:ea typeface="微软雅黑" panose="020B0503020204020204" pitchFamily="34" charset="-122"/>
              </a:endParaRPr>
            </a:p>
          </p:txBody>
        </p:sp>
        <p:pic>
          <p:nvPicPr>
            <p:cNvPr id="116" name="图片 115">
              <a:extLst>
                <a:ext uri="{FF2B5EF4-FFF2-40B4-BE49-F238E27FC236}">
                  <a16:creationId xmlns:a16="http://schemas.microsoft.com/office/drawing/2014/main" id="{EE096581-6816-9E06-1AB7-7B436A094F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09268" y="3558382"/>
              <a:ext cx="364793" cy="364793"/>
            </a:xfrm>
            <a:prstGeom prst="rect">
              <a:avLst/>
            </a:prstGeom>
          </p:spPr>
        </p:pic>
      </p:grpSp>
      <p:sp>
        <p:nvSpPr>
          <p:cNvPr id="118" name="箭头: 下 117">
            <a:extLst>
              <a:ext uri="{FF2B5EF4-FFF2-40B4-BE49-F238E27FC236}">
                <a16:creationId xmlns:a16="http://schemas.microsoft.com/office/drawing/2014/main" id="{12661954-36CD-5903-E985-AE863E1944AF}"/>
              </a:ext>
            </a:extLst>
          </p:cNvPr>
          <p:cNvSpPr/>
          <p:nvPr/>
        </p:nvSpPr>
        <p:spPr>
          <a:xfrm rot="19017289" flipH="1">
            <a:off x="10213718" y="3373981"/>
            <a:ext cx="177820" cy="599728"/>
          </a:xfrm>
          <a:prstGeom prst="downArrow">
            <a:avLst/>
          </a:prstGeom>
          <a:solidFill>
            <a:srgbClr val="C9DB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white"/>
                </a:solidFill>
                <a:latin typeface="Calibri" panose="020F0502020204030204"/>
                <a:ea typeface="微软雅黑" panose="020B0503020204020204" pitchFamily="34" charset="-122"/>
              </a:rPr>
              <a:t> </a:t>
            </a:r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119" name="箭头: 下 118">
            <a:extLst>
              <a:ext uri="{FF2B5EF4-FFF2-40B4-BE49-F238E27FC236}">
                <a16:creationId xmlns:a16="http://schemas.microsoft.com/office/drawing/2014/main" id="{7A3BBEB0-486D-296D-8FE1-CF01896CC7A6}"/>
              </a:ext>
            </a:extLst>
          </p:cNvPr>
          <p:cNvSpPr/>
          <p:nvPr/>
        </p:nvSpPr>
        <p:spPr>
          <a:xfrm rot="2510444" flipH="1">
            <a:off x="10942461" y="3388964"/>
            <a:ext cx="177820" cy="578089"/>
          </a:xfrm>
          <a:prstGeom prst="downArrow">
            <a:avLst/>
          </a:prstGeom>
          <a:solidFill>
            <a:srgbClr val="C9DB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6F176286-4A1F-56CA-4A4C-36F8B5A21D84}"/>
              </a:ext>
            </a:extLst>
          </p:cNvPr>
          <p:cNvSpPr txBox="1"/>
          <p:nvPr/>
        </p:nvSpPr>
        <p:spPr>
          <a:xfrm>
            <a:off x="8139363" y="3488768"/>
            <a:ext cx="19347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Entity Resolution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907FC1D3-728E-4F71-D339-343FB2D86856}"/>
              </a:ext>
            </a:extLst>
          </p:cNvPr>
          <p:cNvGrpSpPr/>
          <p:nvPr/>
        </p:nvGrpSpPr>
        <p:grpSpPr>
          <a:xfrm>
            <a:off x="8141267" y="4900527"/>
            <a:ext cx="3790553" cy="1231106"/>
            <a:chOff x="7938455" y="4062327"/>
            <a:chExt cx="3426597" cy="1231106"/>
          </a:xfrm>
        </p:grpSpPr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C111B01B-C969-E722-9734-B51CBC08F32E}"/>
                </a:ext>
              </a:extLst>
            </p:cNvPr>
            <p:cNvSpPr txBox="1"/>
            <p:nvPr/>
          </p:nvSpPr>
          <p:spPr>
            <a:xfrm>
              <a:off x="7938456" y="4097131"/>
              <a:ext cx="25543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Downstream Tasks: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C026DE3F-711E-8E8D-F3E7-CE58568196D1}"/>
                </a:ext>
              </a:extLst>
            </p:cNvPr>
            <p:cNvSpPr txBox="1"/>
            <p:nvPr/>
          </p:nvSpPr>
          <p:spPr>
            <a:xfrm>
              <a:off x="7938455" y="4413123"/>
              <a:ext cx="3426597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Data Management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Knowledge Graph Construction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A018B6E4-6A6F-BDEC-19F3-4B8FC62AA568}"/>
                </a:ext>
              </a:extLst>
            </p:cNvPr>
            <p:cNvSpPr/>
            <p:nvPr/>
          </p:nvSpPr>
          <p:spPr>
            <a:xfrm>
              <a:off x="7966008" y="4062327"/>
              <a:ext cx="3169571" cy="123110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 panose="020F0502020204030204"/>
                <a:ea typeface="微软雅黑" panose="020B0503020204020204" pitchFamily="34" charset="-122"/>
              </a:endParaRPr>
            </a:p>
          </p:txBody>
        </p:sp>
      </p:grpSp>
      <p:sp>
        <p:nvSpPr>
          <p:cNvPr id="129" name="箭头: 下 128">
            <a:extLst>
              <a:ext uri="{FF2B5EF4-FFF2-40B4-BE49-F238E27FC236}">
                <a16:creationId xmlns:a16="http://schemas.microsoft.com/office/drawing/2014/main" id="{0AB217B4-0D5B-2B87-9456-C4AFC804F336}"/>
              </a:ext>
            </a:extLst>
          </p:cNvPr>
          <p:cNvSpPr/>
          <p:nvPr/>
        </p:nvSpPr>
        <p:spPr>
          <a:xfrm flipH="1">
            <a:off x="9724011" y="4426726"/>
            <a:ext cx="177820" cy="450850"/>
          </a:xfrm>
          <a:prstGeom prst="downArrow">
            <a:avLst/>
          </a:prstGeom>
          <a:solidFill>
            <a:srgbClr val="C9DB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white"/>
                </a:solidFill>
                <a:latin typeface="Calibri" panose="020F0502020204030204"/>
                <a:ea typeface="微软雅黑" panose="020B0503020204020204" pitchFamily="34" charset="-122"/>
              </a:rPr>
              <a:t> </a:t>
            </a:r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6FFCF0F9-726F-467C-1300-B8194DB3B745}"/>
              </a:ext>
            </a:extLst>
          </p:cNvPr>
          <p:cNvSpPr/>
          <p:nvPr/>
        </p:nvSpPr>
        <p:spPr>
          <a:xfrm>
            <a:off x="7996772" y="1813560"/>
            <a:ext cx="3737325" cy="449666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3088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B5AB6-1993-BC4A-CBC4-039976405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09DFD2C-A0F5-A886-3E01-47D369085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5E12F-523A-4D75-95A2-779F57F5D9E2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1E3FF5-CE40-367A-689A-0FAFCDCC87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研究背景</a:t>
            </a:r>
            <a:r>
              <a:rPr lang="en-US" altLang="zh-CN" dirty="0"/>
              <a:t>-Existing ER Solutions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5CE91A08-6F35-2275-4BDE-816BA72DAA09}"/>
              </a:ext>
            </a:extLst>
          </p:cNvPr>
          <p:cNvSpPr txBox="1"/>
          <p:nvPr/>
        </p:nvSpPr>
        <p:spPr>
          <a:xfrm>
            <a:off x="307624" y="983151"/>
            <a:ext cx="4236253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Traditional ER:</a:t>
            </a:r>
          </a:p>
          <a:p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Motivation: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reduce the cost, particularly for large datasets</a:t>
            </a: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Pipeline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blocking or filtering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partition the dataset into blocks</a:t>
            </a: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matching and combining</a:t>
            </a: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the more resource-intensive step</a:t>
            </a: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0B97A92-A813-D704-F49B-763489A57B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417267" y="4964415"/>
            <a:ext cx="5224145" cy="1271905"/>
          </a:xfrm>
          <a:prstGeom prst="roundRect">
            <a:avLst>
              <a:gd name="adj" fmla="val 0"/>
            </a:avLst>
          </a:prstGeom>
          <a:solidFill>
            <a:schemeClr val="bg1">
              <a:alpha val="30196"/>
            </a:schemeClr>
          </a:solidFill>
          <a:ln w="19050">
            <a:solidFill>
              <a:schemeClr val="accent1">
                <a:alpha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4">
            <a:extLst>
              <a:ext uri="{FF2B5EF4-FFF2-40B4-BE49-F238E27FC236}">
                <a16:creationId xmlns:a16="http://schemas.microsoft.com/office/drawing/2014/main" id="{DFA22F52-0218-C0F4-6D7D-00F7BB358D1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17267" y="1337446"/>
            <a:ext cx="5223510" cy="1140460"/>
          </a:xfrm>
          <a:prstGeom prst="roundRect">
            <a:avLst>
              <a:gd name="adj" fmla="val 0"/>
            </a:avLst>
          </a:prstGeom>
          <a:solidFill>
            <a:schemeClr val="bg1">
              <a:alpha val="30196"/>
            </a:schemeClr>
          </a:solidFill>
          <a:ln w="19050">
            <a:solidFill>
              <a:schemeClr val="accent1">
                <a:alpha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FE0943D-A331-696A-A8F7-B537C497E24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673029" y="1546320"/>
            <a:ext cx="983767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dataset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BE89747-DF93-665A-DB24-5DCBED94686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123065" y="1544884"/>
            <a:ext cx="1072444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dataset2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AF4EDF6-DD9A-F23E-C72D-DEDBD4616E84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090239" y="2091924"/>
                <a:ext cx="1375997" cy="306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{</m:t>
                      </m:r>
                      <m:sSub>
                        <m:sSubPr>
                          <m:ctrlP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,…}</m:t>
                      </m:r>
                    </m:oMath>
                  </m:oMathPara>
                </a14:m>
                <a:endParaRPr lang="en-US" altLang="zh-CN" sz="1400" b="1" dirty="0"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AF4EDF6-DD9A-F23E-C72D-DEDBD4616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6090239" y="2091924"/>
                <a:ext cx="1375997" cy="306705"/>
              </a:xfrm>
              <a:prstGeom prst="rect">
                <a:avLst/>
              </a:prstGeom>
              <a:blipFill>
                <a:blip r:embed="rId1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FE4A45C-B957-A1C4-2194-0E9BBE4CC573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8561676" y="2114278"/>
                <a:ext cx="1375997" cy="2946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{</m:t>
                      </m:r>
                      <m:sSubSup>
                        <m:sSubSupPr>
                          <m:ctrlP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bSup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  <m:sup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bSup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  <m:sup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bSup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…}</m:t>
                      </m:r>
                    </m:oMath>
                  </m:oMathPara>
                </a14:m>
                <a:endParaRPr lang="en-US" altLang="zh-CN" sz="1400" b="1" dirty="0"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FE4A45C-B957-A1C4-2194-0E9BBE4CC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4"/>
                </p:custDataLst>
              </p:nvPr>
            </p:nvSpPr>
            <p:spPr>
              <a:xfrm>
                <a:off x="8561676" y="2114278"/>
                <a:ext cx="1375997" cy="294640"/>
              </a:xfrm>
              <a:prstGeom prst="rect">
                <a:avLst/>
              </a:prstGeom>
              <a:blipFill>
                <a:blip r:embed="rId1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片 13">
            <a:extLst>
              <a:ext uri="{FF2B5EF4-FFF2-40B4-BE49-F238E27FC236}">
                <a16:creationId xmlns:a16="http://schemas.microsoft.com/office/drawing/2014/main" id="{82A99796-5D44-3526-A54E-DDDEF45163B4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6082629" y="1428550"/>
            <a:ext cx="652178" cy="65217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CAF6FFA-42D7-CFB9-9EA8-2EBAB73AB2FA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8528875" y="1447600"/>
            <a:ext cx="652178" cy="652178"/>
          </a:xfrm>
          <a:prstGeom prst="rect">
            <a:avLst/>
          </a:prstGeom>
        </p:spPr>
      </p:pic>
      <p:sp>
        <p:nvSpPr>
          <p:cNvPr id="16" name="箭头: 下 39942">
            <a:extLst>
              <a:ext uri="{FF2B5EF4-FFF2-40B4-BE49-F238E27FC236}">
                <a16:creationId xmlns:a16="http://schemas.microsoft.com/office/drawing/2014/main" id="{CD042F9C-AA89-5315-3071-63A0DB394EA0}"/>
              </a:ext>
            </a:extLst>
          </p:cNvPr>
          <p:cNvSpPr/>
          <p:nvPr/>
        </p:nvSpPr>
        <p:spPr>
          <a:xfrm flipH="1">
            <a:off x="7738827" y="2538451"/>
            <a:ext cx="369570" cy="499745"/>
          </a:xfrm>
          <a:prstGeom prst="downArrow">
            <a:avLst>
              <a:gd name="adj1" fmla="val 39565"/>
              <a:gd name="adj2" fmla="val 58746"/>
            </a:avLst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4">
            <a:extLst>
              <a:ext uri="{FF2B5EF4-FFF2-40B4-BE49-F238E27FC236}">
                <a16:creationId xmlns:a16="http://schemas.microsoft.com/office/drawing/2014/main" id="{D029952A-7807-3477-7CF8-A902734DCE23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5417267" y="3106273"/>
            <a:ext cx="5224145" cy="1271905"/>
          </a:xfrm>
          <a:prstGeom prst="roundRect">
            <a:avLst>
              <a:gd name="adj" fmla="val 0"/>
            </a:avLst>
          </a:prstGeom>
          <a:solidFill>
            <a:schemeClr val="bg1">
              <a:alpha val="30196"/>
            </a:schemeClr>
          </a:solidFill>
          <a:ln w="19050">
            <a:solidFill>
              <a:schemeClr val="accent1">
                <a:alpha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246C4A6-DB56-0C26-7F85-48F6032CFB2C}"/>
              </a:ext>
            </a:extLst>
          </p:cNvPr>
          <p:cNvCxnSpPr/>
          <p:nvPr/>
        </p:nvCxnSpPr>
        <p:spPr>
          <a:xfrm>
            <a:off x="5499096" y="3355311"/>
            <a:ext cx="6917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24DF139-9CF5-3E6A-7B34-C61F76F74AE0}"/>
              </a:ext>
            </a:extLst>
          </p:cNvPr>
          <p:cNvCxnSpPr/>
          <p:nvPr/>
        </p:nvCxnSpPr>
        <p:spPr>
          <a:xfrm>
            <a:off x="5499096" y="3659045"/>
            <a:ext cx="6917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D96F2C87-D14F-A65D-4367-0C2D8E730E69}"/>
              </a:ext>
            </a:extLst>
          </p:cNvPr>
          <p:cNvSpPr txBox="1"/>
          <p:nvPr/>
        </p:nvSpPr>
        <p:spPr>
          <a:xfrm>
            <a:off x="5471927" y="3292953"/>
            <a:ext cx="82105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CF138A6-B8E1-8997-CAAF-4F666F6ECB8E}"/>
              </a:ext>
            </a:extLst>
          </p:cNvPr>
          <p:cNvCxnSpPr/>
          <p:nvPr/>
        </p:nvCxnSpPr>
        <p:spPr>
          <a:xfrm>
            <a:off x="6320795" y="3355311"/>
            <a:ext cx="6917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3297773-DC16-6A3F-2640-A752B294706D}"/>
              </a:ext>
            </a:extLst>
          </p:cNvPr>
          <p:cNvCxnSpPr/>
          <p:nvPr/>
        </p:nvCxnSpPr>
        <p:spPr>
          <a:xfrm>
            <a:off x="6320795" y="3659045"/>
            <a:ext cx="6917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FA78A0A3-FC16-06EE-3309-90FC0AF293AD}"/>
              </a:ext>
            </a:extLst>
          </p:cNvPr>
          <p:cNvSpPr txBox="1"/>
          <p:nvPr/>
        </p:nvSpPr>
        <p:spPr>
          <a:xfrm>
            <a:off x="6293517" y="3292952"/>
            <a:ext cx="78359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DDB2344-F337-C43E-7C3C-21A5525E7FBC}"/>
              </a:ext>
            </a:extLst>
          </p:cNvPr>
          <p:cNvCxnSpPr/>
          <p:nvPr/>
        </p:nvCxnSpPr>
        <p:spPr>
          <a:xfrm>
            <a:off x="7147257" y="3355311"/>
            <a:ext cx="6917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8FEC3FD-7799-98D3-DAC1-DC1F8EE3EC6A}"/>
              </a:ext>
            </a:extLst>
          </p:cNvPr>
          <p:cNvCxnSpPr/>
          <p:nvPr/>
        </p:nvCxnSpPr>
        <p:spPr>
          <a:xfrm>
            <a:off x="7147257" y="3659045"/>
            <a:ext cx="6917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BDDFDCDD-422A-0D8E-54E0-B311BC925C9B}"/>
              </a:ext>
            </a:extLst>
          </p:cNvPr>
          <p:cNvSpPr txBox="1"/>
          <p:nvPr/>
        </p:nvSpPr>
        <p:spPr>
          <a:xfrm>
            <a:off x="7116637" y="3288576"/>
            <a:ext cx="83278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71BDFD57-213F-E1E3-026B-D7B4A8D8E0E0}"/>
                  </a:ext>
                </a:extLst>
              </p:cNvPr>
              <p:cNvSpPr txBox="1"/>
              <p:nvPr/>
            </p:nvSpPr>
            <p:spPr>
              <a:xfrm rot="5400000">
                <a:off x="6610512" y="3766661"/>
                <a:ext cx="1250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71BDFD57-213F-E1E3-026B-D7B4A8D8E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610512" y="3766661"/>
                <a:ext cx="125034" cy="276999"/>
              </a:xfrm>
              <a:prstGeom prst="rect">
                <a:avLst/>
              </a:prstGeom>
              <a:blipFill>
                <a:blip r:embed="rId18"/>
                <a:stretch>
                  <a:fillRect l="-6667" t="-42857" b="-380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9A41838-C1E3-769E-33B2-B564E34A1E28}"/>
              </a:ext>
            </a:extLst>
          </p:cNvPr>
          <p:cNvCxnSpPr/>
          <p:nvPr/>
        </p:nvCxnSpPr>
        <p:spPr>
          <a:xfrm>
            <a:off x="7147257" y="3739786"/>
            <a:ext cx="6917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5A95D20-6AC5-A009-3F86-B751DDC3813D}"/>
              </a:ext>
            </a:extLst>
          </p:cNvPr>
          <p:cNvCxnSpPr/>
          <p:nvPr/>
        </p:nvCxnSpPr>
        <p:spPr>
          <a:xfrm>
            <a:off x="7147257" y="4043520"/>
            <a:ext cx="6917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E13863DC-9158-9C2C-6E3B-807EBAECF5AD}"/>
              </a:ext>
            </a:extLst>
          </p:cNvPr>
          <p:cNvSpPr txBox="1"/>
          <p:nvPr/>
        </p:nvSpPr>
        <p:spPr>
          <a:xfrm>
            <a:off x="7114661" y="3677690"/>
            <a:ext cx="79876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BE3F486-307D-58A3-31DB-115BFCCD3013}"/>
                  </a:ext>
                </a:extLst>
              </p:cNvPr>
              <p:cNvSpPr txBox="1"/>
              <p:nvPr/>
            </p:nvSpPr>
            <p:spPr>
              <a:xfrm rot="5400000">
                <a:off x="5771600" y="3766662"/>
                <a:ext cx="1250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BE3F486-307D-58A3-31DB-115BFCCD3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771600" y="3766662"/>
                <a:ext cx="125034" cy="276999"/>
              </a:xfrm>
              <a:prstGeom prst="rect">
                <a:avLst/>
              </a:prstGeom>
              <a:blipFill>
                <a:blip r:embed="rId19"/>
                <a:stretch>
                  <a:fillRect l="-4348" t="-42857" b="-380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左大括号 31">
            <a:extLst>
              <a:ext uri="{FF2B5EF4-FFF2-40B4-BE49-F238E27FC236}">
                <a16:creationId xmlns:a16="http://schemas.microsoft.com/office/drawing/2014/main" id="{46C52048-86C3-583A-D8F6-9A774049DBE7}"/>
              </a:ext>
            </a:extLst>
          </p:cNvPr>
          <p:cNvSpPr/>
          <p:nvPr/>
        </p:nvSpPr>
        <p:spPr>
          <a:xfrm rot="10800000">
            <a:off x="7829632" y="3278993"/>
            <a:ext cx="187325" cy="888365"/>
          </a:xfrm>
          <a:prstGeom prst="leftBrace">
            <a:avLst>
              <a:gd name="adj1" fmla="val 60686"/>
              <a:gd name="adj2" fmla="val 51403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7A9E151-C0B6-C849-3162-0742B38027EE}"/>
              </a:ext>
            </a:extLst>
          </p:cNvPr>
          <p:cNvSpPr txBox="1"/>
          <p:nvPr/>
        </p:nvSpPr>
        <p:spPr>
          <a:xfrm>
            <a:off x="7887259" y="3371512"/>
            <a:ext cx="79876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merge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A927FD0-FE81-4599-505F-2B79C67A1906}"/>
                  </a:ext>
                </a:extLst>
              </p:cNvPr>
              <p:cNvSpPr txBox="1"/>
              <p:nvPr/>
            </p:nvSpPr>
            <p:spPr>
              <a:xfrm>
                <a:off x="9437832" y="3231954"/>
                <a:ext cx="1375997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1400" b="1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  <m:sup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bSup>
                      <m:r>
                        <a:rPr lang="en-US" altLang="zh-CN" sz="1400" b="1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,?)</m:t>
                      </m:r>
                    </m:oMath>
                  </m:oMathPara>
                </a14:m>
                <a:endParaRPr lang="en-US" altLang="zh-CN" sz="1400" b="1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1400" b="1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  <m:sup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bSup>
                      <m:r>
                        <a:rPr lang="en-US" altLang="zh-CN" sz="1400" b="1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,?)</m:t>
                      </m:r>
                    </m:oMath>
                  </m:oMathPara>
                </a14:m>
                <a:endParaRPr lang="en-US" altLang="zh-CN" sz="1400" b="1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r>
                  <a:rPr lang="en-US" altLang="zh-CN" sz="1400" b="1" i="1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	  </a:t>
                </a:r>
                <a:r>
                  <a:rPr lang="en-US" altLang="zh-CN" dirty="0">
                    <a:latin typeface="+mn-ea"/>
                  </a:rPr>
                  <a:t>…</a:t>
                </a:r>
                <a:endParaRPr lang="zh-CN" altLang="en-US" dirty="0">
                  <a:latin typeface="+mn-ea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bSup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,?</m:t>
                      </m:r>
                      <m:r>
                        <a:rPr lang="en-US" altLang="zh-CN" sz="1400" b="1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zh-CN" altLang="en-US" sz="1400" b="1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A927FD0-FE81-4599-505F-2B79C67A1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7832" y="3231954"/>
                <a:ext cx="1375997" cy="1015663"/>
              </a:xfrm>
              <a:prstGeom prst="rect">
                <a:avLst/>
              </a:prstGeom>
              <a:blipFill>
                <a:blip r:embed="rId20"/>
                <a:stretch>
                  <a:fillRect b="-17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流程图: 磁盘 34">
            <a:extLst>
              <a:ext uri="{FF2B5EF4-FFF2-40B4-BE49-F238E27FC236}">
                <a16:creationId xmlns:a16="http://schemas.microsoft.com/office/drawing/2014/main" id="{68E12833-0793-6DCC-3F45-236894E662B6}"/>
              </a:ext>
            </a:extLst>
          </p:cNvPr>
          <p:cNvSpPr/>
          <p:nvPr/>
        </p:nvSpPr>
        <p:spPr>
          <a:xfrm>
            <a:off x="8567281" y="3377218"/>
            <a:ext cx="1089227" cy="625967"/>
          </a:xfrm>
          <a:prstGeom prst="flowChartMagneticDisk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Candidate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E05452C4-7E84-809E-E152-B4CC3974166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5400000">
            <a:off x="5589987" y="5100305"/>
            <a:ext cx="958215" cy="958215"/>
          </a:xfrm>
          <a:prstGeom prst="rect">
            <a:avLst/>
          </a:prstGeom>
        </p:spPr>
      </p:pic>
      <p:sp>
        <p:nvSpPr>
          <p:cNvPr id="37" name="流程图: 磁盘 36">
            <a:extLst>
              <a:ext uri="{FF2B5EF4-FFF2-40B4-BE49-F238E27FC236}">
                <a16:creationId xmlns:a16="http://schemas.microsoft.com/office/drawing/2014/main" id="{46F171EA-DEE4-51A8-9515-D776823235A1}"/>
              </a:ext>
            </a:extLst>
          </p:cNvPr>
          <p:cNvSpPr/>
          <p:nvPr/>
        </p:nvSpPr>
        <p:spPr>
          <a:xfrm>
            <a:off x="8561676" y="5287383"/>
            <a:ext cx="1089227" cy="625967"/>
          </a:xfrm>
          <a:prstGeom prst="flowChartMagneticDisk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Result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92CBFEF8-F2C0-E945-AF45-EC759A14FCBD}"/>
                  </a:ext>
                </a:extLst>
              </p:cNvPr>
              <p:cNvSpPr txBox="1"/>
              <p:nvPr/>
            </p:nvSpPr>
            <p:spPr>
              <a:xfrm>
                <a:off x="9437832" y="5071580"/>
                <a:ext cx="1375997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1400" b="1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  <m:sup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bSup>
                      <m:r>
                        <a:rPr lang="en-US" altLang="zh-CN" sz="1400" b="1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1</m:t>
                      </m:r>
                      <m:r>
                        <a:rPr lang="en-US" altLang="zh-CN" sz="1400" b="1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en-US" altLang="zh-CN" sz="1400" b="1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1400" b="1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  <m:sup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bSup>
                      <m:r>
                        <a:rPr lang="en-US" altLang="zh-CN" sz="1400" b="1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0</m:t>
                      </m:r>
                      <m:r>
                        <a:rPr lang="en-US" altLang="zh-CN" sz="1400" b="1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en-US" altLang="zh-CN" sz="1400" b="1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r>
                  <a:rPr lang="en-US" altLang="zh-CN" sz="1400" b="1" i="1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	  </a:t>
                </a:r>
                <a:r>
                  <a:rPr lang="en-US" altLang="zh-CN" dirty="0">
                    <a:latin typeface="+mn-ea"/>
                  </a:rPr>
                  <a:t>…</a:t>
                </a:r>
                <a:endParaRPr lang="zh-CN" altLang="en-US" dirty="0">
                  <a:latin typeface="+mn-ea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bSup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r>
                        <a:rPr lang="en-US" altLang="zh-CN" sz="1400" b="1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0)</m:t>
                      </m:r>
                    </m:oMath>
                  </m:oMathPara>
                </a14:m>
                <a:endParaRPr lang="zh-CN" altLang="en-US" sz="1400" b="1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92CBFEF8-F2C0-E945-AF45-EC759A14F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7832" y="5071580"/>
                <a:ext cx="1375997" cy="1015663"/>
              </a:xfrm>
              <a:prstGeom prst="rect">
                <a:avLst/>
              </a:prstGeom>
              <a:blipFill>
                <a:blip r:embed="rId22"/>
                <a:stretch>
                  <a:fillRect b="-17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箭头: 下 40022">
            <a:extLst>
              <a:ext uri="{FF2B5EF4-FFF2-40B4-BE49-F238E27FC236}">
                <a16:creationId xmlns:a16="http://schemas.microsoft.com/office/drawing/2014/main" id="{10B5A9EB-1009-347E-480D-19F280DCD695}"/>
              </a:ext>
            </a:extLst>
          </p:cNvPr>
          <p:cNvSpPr/>
          <p:nvPr/>
        </p:nvSpPr>
        <p:spPr>
          <a:xfrm rot="16200000" flipH="1">
            <a:off x="7864164" y="5228575"/>
            <a:ext cx="369570" cy="701675"/>
          </a:xfrm>
          <a:prstGeom prst="downArrow">
            <a:avLst>
              <a:gd name="adj1" fmla="val 39565"/>
              <a:gd name="adj2" fmla="val 58746"/>
            </a:avLst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箭头: 下 39942">
            <a:extLst>
              <a:ext uri="{FF2B5EF4-FFF2-40B4-BE49-F238E27FC236}">
                <a16:creationId xmlns:a16="http://schemas.microsoft.com/office/drawing/2014/main" id="{BBC2F05A-8387-E20B-F243-B916C260826A}"/>
              </a:ext>
            </a:extLst>
          </p:cNvPr>
          <p:cNvSpPr/>
          <p:nvPr/>
        </p:nvSpPr>
        <p:spPr>
          <a:xfrm flipH="1">
            <a:off x="7738827" y="4430983"/>
            <a:ext cx="369570" cy="499745"/>
          </a:xfrm>
          <a:prstGeom prst="downArrow">
            <a:avLst>
              <a:gd name="adj1" fmla="val 39565"/>
              <a:gd name="adj2" fmla="val 58746"/>
            </a:avLst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70C062B9-8015-EE0F-8942-4697550DFF3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5400000">
            <a:off x="6648532" y="5123800"/>
            <a:ext cx="934720" cy="934720"/>
          </a:xfrm>
          <a:prstGeom prst="rect">
            <a:avLst/>
          </a:prstGeom>
        </p:spPr>
      </p:pic>
      <p:sp>
        <p:nvSpPr>
          <p:cNvPr id="45" name="矩形 44">
            <a:extLst>
              <a:ext uri="{FF2B5EF4-FFF2-40B4-BE49-F238E27FC236}">
                <a16:creationId xmlns:a16="http://schemas.microsoft.com/office/drawing/2014/main" id="{2AAAF1E7-1381-7F15-8641-92B7A7E95A37}"/>
              </a:ext>
            </a:extLst>
          </p:cNvPr>
          <p:cNvSpPr/>
          <p:nvPr/>
        </p:nvSpPr>
        <p:spPr>
          <a:xfrm>
            <a:off x="5356590" y="2699238"/>
            <a:ext cx="2328262" cy="4069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Entity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Blocking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CF2AA93-C304-4BE2-932B-7EBD82A84672}"/>
              </a:ext>
            </a:extLst>
          </p:cNvPr>
          <p:cNvSpPr/>
          <p:nvPr/>
        </p:nvSpPr>
        <p:spPr>
          <a:xfrm>
            <a:off x="5356590" y="4554840"/>
            <a:ext cx="2341521" cy="4069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Entity Matching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左大括号 47">
            <a:extLst>
              <a:ext uri="{FF2B5EF4-FFF2-40B4-BE49-F238E27FC236}">
                <a16:creationId xmlns:a16="http://schemas.microsoft.com/office/drawing/2014/main" id="{D6B93C6F-6771-1E1A-2E6E-99D00D09C094}"/>
              </a:ext>
            </a:extLst>
          </p:cNvPr>
          <p:cNvSpPr/>
          <p:nvPr/>
        </p:nvSpPr>
        <p:spPr>
          <a:xfrm>
            <a:off x="4426758" y="3103966"/>
            <a:ext cx="856842" cy="3130047"/>
          </a:xfrm>
          <a:prstGeom prst="leftBrace">
            <a:avLst>
              <a:gd name="adj1" fmla="val 60686"/>
              <a:gd name="adj2" fmla="val 51403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124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5E12F-523A-4D75-95A2-779F57F5D9E2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研究背景</a:t>
            </a:r>
            <a:r>
              <a:rPr lang="en-US" altLang="zh-CN" dirty="0"/>
              <a:t>-Existing ER Solutions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BAEBB2-A387-5E34-51EB-5645856E35CB}"/>
              </a:ext>
            </a:extLst>
          </p:cNvPr>
          <p:cNvSpPr txBox="1"/>
          <p:nvPr/>
        </p:nvSpPr>
        <p:spPr>
          <a:xfrm>
            <a:off x="291114" y="1434896"/>
            <a:ext cx="10955230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Crowdsourcing-based: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rely on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human intelligence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to achieve high-quality results but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incur significant costs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key concern—minimizing the number of questions posed to workers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e.g. Corleone (SIGMOD 2014), CrowdER (VLDB 2012),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ZenCrowd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(WWW 2012)</a:t>
            </a:r>
          </a:p>
          <a:p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Machine-based (rule-based, ML-based, and deep learning-based works):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formulate pairwise matching as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classification problem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require task-specific supervision and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large amounts of labeled data</a:t>
            </a: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e.g. Ditto (VLDB 2023),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RobEM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(CIKM 2022),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DeepMatcher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(SIGMOD 2018)</a:t>
            </a: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LLMs-based: (latest)</a:t>
            </a:r>
          </a:p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the more straightforward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prompt-based interactions 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without requiring task-specific model re-training or labeled data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e.g. BATCHER (ICDE 2024,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batch prompting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	      ComEM (COLING 2025,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prompt LLM to select matches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559753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8D8D0-BB5B-9C31-E6A4-418C71A20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B00F3BA-9002-31F9-D31D-FE431BF3D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5E12F-523A-4D75-95A2-779F57F5D9E2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0F5022-FE14-C491-A529-C425106D67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研究背景</a:t>
            </a:r>
            <a:r>
              <a:rPr lang="en-US" altLang="zh-CN" dirty="0"/>
              <a:t>-Limitations of LLM-based ER Solutions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170F91-B40C-2071-BA3D-FA37F558CC97}"/>
              </a:ext>
            </a:extLst>
          </p:cNvPr>
          <p:cNvSpPr txBox="1"/>
          <p:nvPr/>
        </p:nvSpPr>
        <p:spPr>
          <a:xfrm>
            <a:off x="291114" y="1297942"/>
            <a:ext cx="1095523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Limitations:</a:t>
            </a: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High Costs of Pairwise Matching</a:t>
            </a: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Example:</a:t>
            </a: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Hallucination and Quality Risks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Existing solutions don't handle LLM hallucination risks</a:t>
            </a:r>
            <a:endParaRPr lang="zh-CN" altLang="en-US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AEA0BB1-0659-337E-3FC7-D16712FB90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17" y="2473093"/>
            <a:ext cx="4736156" cy="266978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4787478-8DEE-1FAE-AE15-270EBE0641E6}"/>
              </a:ext>
            </a:extLst>
          </p:cNvPr>
          <p:cNvSpPr txBox="1"/>
          <p:nvPr/>
        </p:nvSpPr>
        <p:spPr>
          <a:xfrm>
            <a:off x="5005858" y="2060310"/>
            <a:ext cx="456531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8 records:</a:t>
            </a: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Pairwise matching: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13 LLM API calls</a:t>
            </a: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Pairwise matching with batching: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(2 pairwise questions in a batch)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7 LLM API calls</a:t>
            </a: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In-context clustering:</a:t>
            </a: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LLM API calls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71099F1-1C35-A30E-6302-FDE894C7428D}"/>
              </a:ext>
            </a:extLst>
          </p:cNvPr>
          <p:cNvSpPr txBox="1"/>
          <p:nvPr/>
        </p:nvSpPr>
        <p:spPr>
          <a:xfrm>
            <a:off x="9437186" y="2763429"/>
            <a:ext cx="29624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introduces redundancy 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when conveying information to the LLM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左大括号 5">
            <a:extLst>
              <a:ext uri="{FF2B5EF4-FFF2-40B4-BE49-F238E27FC236}">
                <a16:creationId xmlns:a16="http://schemas.microsoft.com/office/drawing/2014/main" id="{6C237AE6-A286-0161-F11C-4F1CEAFBF33F}"/>
              </a:ext>
            </a:extLst>
          </p:cNvPr>
          <p:cNvSpPr/>
          <p:nvPr/>
        </p:nvSpPr>
        <p:spPr>
          <a:xfrm rot="10800000">
            <a:off x="9295871" y="2473093"/>
            <a:ext cx="202542" cy="1471508"/>
          </a:xfrm>
          <a:prstGeom prst="leftBrace">
            <a:avLst>
              <a:gd name="adj1" fmla="val 60686"/>
              <a:gd name="adj2" fmla="val 51403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1FF072-2DA9-416C-E824-924D99042130}"/>
              </a:ext>
            </a:extLst>
          </p:cNvPr>
          <p:cNvSpPr txBox="1"/>
          <p:nvPr/>
        </p:nvSpPr>
        <p:spPr>
          <a:xfrm>
            <a:off x="5470667" y="4919916"/>
            <a:ext cx="54145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instructing an LLM to </a:t>
            </a:r>
            <a:r>
              <a:rPr lang="en-US" altLang="zh-CN" sz="16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cluster different record sets 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 achieve the end-to-end ER task at </a:t>
            </a:r>
            <a:r>
              <a:rPr lang="en-US" altLang="zh-CN" sz="16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significantly lower cost and time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5557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5E12F-523A-4D75-95A2-779F57F5D9E2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研究背景</a:t>
            </a:r>
            <a:r>
              <a:rPr lang="en-US" altLang="zh-CN" dirty="0"/>
              <a:t>-Challenges </a:t>
            </a:r>
            <a:endParaRPr lang="zh-CN" altLang="en-US" dirty="0"/>
          </a:p>
        </p:txBody>
      </p:sp>
      <p:sp>
        <p:nvSpPr>
          <p:cNvPr id="16" name="CustomShape 7">
            <a:extLst>
              <a:ext uri="{FF2B5EF4-FFF2-40B4-BE49-F238E27FC236}">
                <a16:creationId xmlns:a16="http://schemas.microsoft.com/office/drawing/2014/main" id="{1A7F0A51-4730-4D67-89E2-5A35E879A9D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45394" y="1214874"/>
            <a:ext cx="11724526" cy="638175"/>
          </a:xfrm>
          <a:prstGeom prst="roundRect">
            <a:avLst>
              <a:gd name="adj" fmla="val 25870"/>
            </a:avLst>
          </a:prstGeom>
          <a:solidFill>
            <a:srgbClr val="FF0000">
              <a:alpha val="20000"/>
            </a:srgbClr>
          </a:solidFill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>
            <a:noAutofit/>
          </a:bodyPr>
          <a:lstStyle/>
          <a:p>
            <a:pPr lvl="0" algn="l">
              <a:buClrTx/>
              <a:buSzTx/>
              <a:buFontTx/>
              <a:defRPr/>
            </a:pPr>
            <a:endParaRPr lang="zh-CN" altLang="en-US" kern="0" dirty="0">
              <a:solidFill>
                <a:srgbClr val="000000"/>
              </a:solidFill>
              <a:latin typeface="Arial" panose="020B0604020202020204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CA5CE36-8C5F-477B-A468-18A51279AE1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91114" y="1214874"/>
            <a:ext cx="11678805" cy="63817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Applying in-context clustering to ER introduces several key challenges: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B2ABCDD-C939-4957-AF41-3D1307552253}"/>
              </a:ext>
            </a:extLst>
          </p:cNvPr>
          <p:cNvSpPr txBox="1"/>
          <p:nvPr/>
        </p:nvSpPr>
        <p:spPr>
          <a:xfrm>
            <a:off x="431645" y="1914913"/>
            <a:ext cx="11640251" cy="4613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indent="0" algn="just">
              <a:lnSpc>
                <a:spcPct val="150000"/>
              </a:lnSpc>
              <a:buFont typeface="Arial" panose="020B0604020202020204" pitchFamily="34" charset="0"/>
              <a:buNone/>
              <a:defRPr kumimoji="1" sz="20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sz="1800" dirty="0"/>
              <a:t>1. Clustering Performance Variability</a:t>
            </a:r>
          </a:p>
          <a:p>
            <a:r>
              <a:rPr lang="en-US" altLang="zh-CN" sz="1800" b="0" dirty="0"/>
              <a:t>need to determine the optimal design for these sets</a:t>
            </a:r>
          </a:p>
          <a:p>
            <a:r>
              <a:rPr lang="en-US" altLang="zh-CN" sz="1800" b="0" dirty="0"/>
              <a:t>—specifically in terms of </a:t>
            </a:r>
            <a:r>
              <a:rPr lang="en-US" altLang="zh-CN" sz="1800" dirty="0"/>
              <a:t>size</a:t>
            </a:r>
            <a:r>
              <a:rPr lang="en-US" altLang="zh-CN" sz="1800" b="0" dirty="0"/>
              <a:t>, </a:t>
            </a:r>
            <a:r>
              <a:rPr lang="en-US" altLang="zh-CN" sz="1800" dirty="0"/>
              <a:t>diversity</a:t>
            </a:r>
            <a:r>
              <a:rPr lang="en-US" altLang="zh-CN" sz="1800" b="0" dirty="0"/>
              <a:t>, and </a:t>
            </a:r>
            <a:r>
              <a:rPr lang="en-US" altLang="zh-CN" sz="1800" dirty="0"/>
              <a:t>the ordering of records </a:t>
            </a:r>
          </a:p>
          <a:p>
            <a:endParaRPr lang="en-US" altLang="zh-CN" sz="1800" dirty="0"/>
          </a:p>
          <a:p>
            <a:r>
              <a:rPr lang="en-US" altLang="zh-CN" sz="1800" dirty="0"/>
              <a:t>2. Hallucination Risks</a:t>
            </a:r>
          </a:p>
          <a:p>
            <a:r>
              <a:rPr lang="en-US" altLang="zh-CN" sz="1800" b="0" dirty="0"/>
              <a:t>the outputs of in-context clustering may not always be accurate</a:t>
            </a:r>
          </a:p>
          <a:p>
            <a:r>
              <a:rPr lang="en-US" altLang="zh-CN" sz="1800" b="0" dirty="0"/>
              <a:t>require the development of effective </a:t>
            </a:r>
            <a:r>
              <a:rPr lang="en-US" altLang="zh-CN" sz="1800" dirty="0"/>
              <a:t>result verification strategies</a:t>
            </a:r>
          </a:p>
          <a:p>
            <a:endParaRPr lang="en-US" altLang="zh-CN" sz="1800" dirty="0"/>
          </a:p>
          <a:p>
            <a:r>
              <a:rPr lang="en-US" altLang="zh-CN" sz="1800" dirty="0"/>
              <a:t>3. Efficient Result Combination</a:t>
            </a:r>
          </a:p>
          <a:p>
            <a:r>
              <a:rPr lang="en-US" altLang="zh-CN" sz="1800" b="0" dirty="0"/>
              <a:t>need to combining the outputs of the in-context clustering efficiently</a:t>
            </a:r>
          </a:p>
          <a:p>
            <a:r>
              <a:rPr lang="en-US" altLang="zh-CN" sz="1800" b="0" dirty="0"/>
              <a:t>balance the trade-off between </a:t>
            </a:r>
            <a:r>
              <a:rPr lang="en-US" altLang="zh-CN" sz="1800" dirty="0"/>
              <a:t>the quality of the ER result </a:t>
            </a:r>
            <a:r>
              <a:rPr lang="en-US" altLang="zh-CN" sz="1800" b="0" dirty="0"/>
              <a:t>and </a:t>
            </a:r>
            <a:r>
              <a:rPr lang="en-US" altLang="zh-CN" sz="1800" dirty="0"/>
              <a:t>the number of LLM API calls </a:t>
            </a:r>
          </a:p>
        </p:txBody>
      </p:sp>
    </p:spTree>
    <p:extLst>
      <p:ext uri="{BB962C8B-B14F-4D97-AF65-F5344CB8AC3E}">
        <p14:creationId xmlns:p14="http://schemas.microsoft.com/office/powerpoint/2010/main" val="2267629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55902" y="1775113"/>
            <a:ext cx="4880195" cy="3611202"/>
            <a:chOff x="3655902" y="1775113"/>
            <a:chExt cx="4880195" cy="3611202"/>
          </a:xfrm>
        </p:grpSpPr>
        <p:grpSp>
          <p:nvGrpSpPr>
            <p:cNvPr id="40" name="组合 39"/>
            <p:cNvGrpSpPr/>
            <p:nvPr/>
          </p:nvGrpSpPr>
          <p:grpSpPr>
            <a:xfrm>
              <a:off x="3655902" y="1775113"/>
              <a:ext cx="4880195" cy="553054"/>
              <a:chOff x="3655902" y="1765588"/>
              <a:chExt cx="4880195" cy="553054"/>
            </a:xfrm>
            <a:solidFill>
              <a:schemeClr val="bg1">
                <a:lumMod val="65000"/>
                <a:alpha val="50000"/>
              </a:schemeClr>
            </a:solidFill>
          </p:grpSpPr>
          <p:grpSp>
            <p:nvGrpSpPr>
              <p:cNvPr id="30" name="Google Shape;863;p65"/>
              <p:cNvGrpSpPr>
                <a:grpSpLocks noChangeAspect="1"/>
              </p:cNvGrpSpPr>
              <p:nvPr/>
            </p:nvGrpSpPr>
            <p:grpSpPr>
              <a:xfrm>
                <a:off x="3655902" y="1952115"/>
                <a:ext cx="190147" cy="180000"/>
                <a:chOff x="4660325" y="1866850"/>
                <a:chExt cx="68350" cy="58100"/>
              </a:xfrm>
              <a:grpFill/>
            </p:grpSpPr>
            <p:sp>
              <p:nvSpPr>
                <p:cNvPr id="34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35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31" name="Google Shape;863;p65"/>
              <p:cNvGrpSpPr>
                <a:grpSpLocks noChangeAspect="1"/>
              </p:cNvGrpSpPr>
              <p:nvPr/>
            </p:nvGrpSpPr>
            <p:grpSpPr>
              <a:xfrm flipH="1">
                <a:off x="8345950" y="1952115"/>
                <a:ext cx="190147" cy="180000"/>
                <a:chOff x="4660325" y="1866850"/>
                <a:chExt cx="68350" cy="58100"/>
              </a:xfrm>
              <a:grpFill/>
            </p:grpSpPr>
            <p:sp>
              <p:nvSpPr>
                <p:cNvPr id="32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33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p:grpSp>
          <p:sp>
            <p:nvSpPr>
              <p:cNvPr id="2" name="矩形: 圆角 1"/>
              <p:cNvSpPr/>
              <p:nvPr/>
            </p:nvSpPr>
            <p:spPr>
              <a:xfrm>
                <a:off x="4029582" y="1765588"/>
                <a:ext cx="4132835" cy="553054"/>
              </a:xfrm>
              <a:prstGeom prst="roundRect">
                <a:avLst>
                  <a:gd name="adj" fmla="val 17699"/>
                </a:avLst>
              </a:prstGeom>
              <a:grpFill/>
              <a:ln w="285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zh-CN" altLang="en-US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研</a:t>
                </a:r>
                <a:r>
                  <a:rPr lang="en-US" altLang="zh-CN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</a:t>
                </a:r>
                <a:r>
                  <a:rPr lang="zh-CN" altLang="en-US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究</a:t>
                </a:r>
                <a:r>
                  <a:rPr lang="en-US" altLang="zh-CN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</a:t>
                </a:r>
                <a:r>
                  <a:rPr lang="zh-CN" altLang="en-US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背</a:t>
                </a:r>
                <a:r>
                  <a:rPr lang="en-US" altLang="zh-CN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</a:t>
                </a:r>
                <a:r>
                  <a:rPr lang="zh-CN" altLang="en-US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景</a:t>
                </a:r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3655902" y="4833261"/>
              <a:ext cx="4880195" cy="553054"/>
              <a:chOff x="3655902" y="1765588"/>
              <a:chExt cx="4880195" cy="553054"/>
            </a:xfrm>
            <a:solidFill>
              <a:schemeClr val="bg1">
                <a:lumMod val="65000"/>
                <a:alpha val="50000"/>
              </a:schemeClr>
            </a:solidFill>
          </p:grpSpPr>
          <p:grpSp>
            <p:nvGrpSpPr>
              <p:cNvPr id="42" name="Google Shape;863;p65"/>
              <p:cNvGrpSpPr>
                <a:grpSpLocks noChangeAspect="1"/>
              </p:cNvGrpSpPr>
              <p:nvPr/>
            </p:nvGrpSpPr>
            <p:grpSpPr>
              <a:xfrm>
                <a:off x="3655902" y="1952115"/>
                <a:ext cx="190147" cy="180000"/>
                <a:chOff x="4660325" y="1866850"/>
                <a:chExt cx="68350" cy="58100"/>
              </a:xfrm>
              <a:grpFill/>
            </p:grpSpPr>
            <p:sp>
              <p:nvSpPr>
                <p:cNvPr id="47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48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43" name="Google Shape;863;p65"/>
              <p:cNvGrpSpPr>
                <a:grpSpLocks noChangeAspect="1"/>
              </p:cNvGrpSpPr>
              <p:nvPr/>
            </p:nvGrpSpPr>
            <p:grpSpPr>
              <a:xfrm flipH="1">
                <a:off x="8345950" y="1952115"/>
                <a:ext cx="190147" cy="180000"/>
                <a:chOff x="4660325" y="1866850"/>
                <a:chExt cx="68350" cy="58100"/>
              </a:xfrm>
              <a:grpFill/>
            </p:grpSpPr>
            <p:sp>
              <p:nvSpPr>
                <p:cNvPr id="45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46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p:grpSp>
          <p:sp>
            <p:nvSpPr>
              <p:cNvPr id="44" name="矩形: 圆角 43"/>
              <p:cNvSpPr/>
              <p:nvPr/>
            </p:nvSpPr>
            <p:spPr>
              <a:xfrm>
                <a:off x="4029582" y="1765588"/>
                <a:ext cx="4132835" cy="553054"/>
              </a:xfrm>
              <a:prstGeom prst="roundRect">
                <a:avLst>
                  <a:gd name="adj" fmla="val 17699"/>
                </a:avLst>
              </a:prstGeom>
              <a:grpFill/>
              <a:ln w="285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Tx/>
                  <a:buSzTx/>
                  <a:buFontTx/>
                  <a:defRPr/>
                </a:pPr>
                <a:r>
                  <a:rPr lang="zh-CN" altLang="en-US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思</a:t>
                </a:r>
                <a:r>
                  <a:rPr lang="en-US" altLang="zh-CN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</a:t>
                </a:r>
                <a:r>
                  <a:rPr lang="zh-CN" altLang="en-US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考</a:t>
                </a:r>
                <a:r>
                  <a:rPr lang="en-US" altLang="zh-CN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</a:t>
                </a:r>
                <a:r>
                  <a:rPr lang="zh-CN" altLang="en-US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总</a:t>
                </a:r>
                <a:r>
                  <a:rPr lang="en-US" altLang="zh-CN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</a:t>
                </a:r>
                <a:r>
                  <a:rPr lang="zh-CN" altLang="en-US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结</a:t>
                </a:r>
                <a:endParaRPr lang="zh-CN" altLang="en-US" sz="2800" b="1" spc="8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>
              <a:off x="3655902" y="2794496"/>
              <a:ext cx="4880195" cy="553054"/>
              <a:chOff x="3655902" y="1765588"/>
              <a:chExt cx="4880195" cy="553054"/>
            </a:xfrm>
          </p:grpSpPr>
          <p:grpSp>
            <p:nvGrpSpPr>
              <p:cNvPr id="50" name="Google Shape;863;p65"/>
              <p:cNvGrpSpPr>
                <a:grpSpLocks noChangeAspect="1"/>
              </p:cNvGrpSpPr>
              <p:nvPr/>
            </p:nvGrpSpPr>
            <p:grpSpPr>
              <a:xfrm>
                <a:off x="3655902" y="1952115"/>
                <a:ext cx="190147" cy="180000"/>
                <a:chOff x="4660325" y="1866850"/>
                <a:chExt cx="68350" cy="58100"/>
              </a:xfrm>
            </p:grpSpPr>
            <p:sp>
              <p:nvSpPr>
                <p:cNvPr id="55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6">
                      <a:lumMod val="5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/>
                </a:p>
              </p:txBody>
            </p:sp>
            <p:sp>
              <p:nvSpPr>
                <p:cNvPr id="56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6">
                      <a:lumMod val="5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/>
                </a:p>
              </p:txBody>
            </p:sp>
          </p:grpSp>
          <p:grpSp>
            <p:nvGrpSpPr>
              <p:cNvPr id="51" name="Google Shape;863;p65"/>
              <p:cNvGrpSpPr>
                <a:grpSpLocks noChangeAspect="1"/>
              </p:cNvGrpSpPr>
              <p:nvPr/>
            </p:nvGrpSpPr>
            <p:grpSpPr>
              <a:xfrm flipH="1">
                <a:off x="8345950" y="1952115"/>
                <a:ext cx="190147" cy="180000"/>
                <a:chOff x="4660325" y="1866850"/>
                <a:chExt cx="68350" cy="58100"/>
              </a:xfrm>
            </p:grpSpPr>
            <p:sp>
              <p:nvSpPr>
                <p:cNvPr id="53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6">
                      <a:lumMod val="5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/>
                </a:p>
              </p:txBody>
            </p:sp>
            <p:sp>
              <p:nvSpPr>
                <p:cNvPr id="54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6">
                      <a:lumMod val="5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/>
                </a:p>
              </p:txBody>
            </p:sp>
          </p:grpSp>
          <p:sp>
            <p:nvSpPr>
              <p:cNvPr id="52" name="矩形: 圆角 51"/>
              <p:cNvSpPr/>
              <p:nvPr/>
            </p:nvSpPr>
            <p:spPr>
              <a:xfrm>
                <a:off x="4029582" y="1765588"/>
                <a:ext cx="4132835" cy="553054"/>
              </a:xfrm>
              <a:prstGeom prst="roundRect">
                <a:avLst>
                  <a:gd name="adj" fmla="val 17699"/>
                </a:avLst>
              </a:prstGeom>
              <a:noFill/>
              <a:ln w="28575">
                <a:solidFill>
                  <a:srgbClr val="9BAA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zh-CN" altLang="en-US" sz="2800" b="1">
                    <a:solidFill>
                      <a:srgbClr val="3843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本</a:t>
                </a:r>
                <a:r>
                  <a:rPr lang="en-US" altLang="zh-CN" sz="2800" b="1">
                    <a:solidFill>
                      <a:srgbClr val="3843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</a:t>
                </a:r>
                <a:r>
                  <a:rPr lang="zh-CN" altLang="en-US" sz="2800" b="1">
                    <a:solidFill>
                      <a:srgbClr val="3843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文</a:t>
                </a:r>
                <a:r>
                  <a:rPr lang="en-US" altLang="zh-CN" sz="2800" b="1">
                    <a:solidFill>
                      <a:srgbClr val="3843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</a:t>
                </a:r>
                <a:r>
                  <a:rPr lang="zh-CN" altLang="en-US" sz="2800" b="1">
                    <a:solidFill>
                      <a:srgbClr val="3843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工</a:t>
                </a:r>
                <a:r>
                  <a:rPr lang="en-US" altLang="zh-CN" sz="2800" b="1">
                    <a:solidFill>
                      <a:srgbClr val="3843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</a:t>
                </a:r>
                <a:r>
                  <a:rPr lang="zh-CN" altLang="en-US" sz="2800" b="1">
                    <a:solidFill>
                      <a:srgbClr val="3843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作</a:t>
                </a:r>
              </a:p>
            </p:txBody>
          </p:sp>
        </p:grpSp>
        <p:grpSp>
          <p:nvGrpSpPr>
            <p:cNvPr id="57" name="组合 56"/>
            <p:cNvGrpSpPr/>
            <p:nvPr/>
          </p:nvGrpSpPr>
          <p:grpSpPr>
            <a:xfrm>
              <a:off x="3655902" y="3813879"/>
              <a:ext cx="4880195" cy="553054"/>
              <a:chOff x="3655902" y="1765588"/>
              <a:chExt cx="4880195" cy="553054"/>
            </a:xfrm>
            <a:solidFill>
              <a:schemeClr val="bg1">
                <a:lumMod val="65000"/>
                <a:alpha val="50000"/>
              </a:schemeClr>
            </a:solidFill>
          </p:grpSpPr>
          <p:grpSp>
            <p:nvGrpSpPr>
              <p:cNvPr id="58" name="Google Shape;863;p65"/>
              <p:cNvGrpSpPr>
                <a:grpSpLocks noChangeAspect="1"/>
              </p:cNvGrpSpPr>
              <p:nvPr/>
            </p:nvGrpSpPr>
            <p:grpSpPr>
              <a:xfrm>
                <a:off x="3655902" y="1952115"/>
                <a:ext cx="190147" cy="180000"/>
                <a:chOff x="4660325" y="1866850"/>
                <a:chExt cx="68350" cy="58100"/>
              </a:xfrm>
              <a:grpFill/>
            </p:grpSpPr>
            <p:sp>
              <p:nvSpPr>
                <p:cNvPr id="63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64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59" name="Google Shape;863;p65"/>
              <p:cNvGrpSpPr>
                <a:grpSpLocks noChangeAspect="1"/>
              </p:cNvGrpSpPr>
              <p:nvPr/>
            </p:nvGrpSpPr>
            <p:grpSpPr>
              <a:xfrm flipH="1">
                <a:off x="8345950" y="1952115"/>
                <a:ext cx="190147" cy="180000"/>
                <a:chOff x="4660325" y="1866850"/>
                <a:chExt cx="68350" cy="58100"/>
              </a:xfrm>
              <a:grpFill/>
            </p:grpSpPr>
            <p:sp>
              <p:nvSpPr>
                <p:cNvPr id="61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62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p:grpSp>
          <p:sp>
            <p:nvSpPr>
              <p:cNvPr id="60" name="矩形: 圆角 59"/>
              <p:cNvSpPr/>
              <p:nvPr/>
            </p:nvSpPr>
            <p:spPr>
              <a:xfrm>
                <a:off x="4029582" y="1765588"/>
                <a:ext cx="4132835" cy="553054"/>
              </a:xfrm>
              <a:prstGeom prst="roundRect">
                <a:avLst>
                  <a:gd name="adj" fmla="val 17699"/>
                </a:avLst>
              </a:prstGeom>
              <a:grpFill/>
              <a:ln w="285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Tx/>
                  <a:buSzTx/>
                  <a:buFontTx/>
                  <a:defRPr/>
                </a:pPr>
                <a:r>
                  <a:rPr lang="zh-CN" altLang="en-US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实 验 结 果</a:t>
                </a:r>
              </a:p>
            </p:txBody>
          </p:sp>
        </p:grpSp>
      </p:grp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提纲</a:t>
            </a:r>
          </a:p>
        </p:txBody>
      </p:sp>
    </p:spTree>
    <p:extLst>
      <p:ext uri="{BB962C8B-B14F-4D97-AF65-F5344CB8AC3E}">
        <p14:creationId xmlns:p14="http://schemas.microsoft.com/office/powerpoint/2010/main" val="192083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60091-AA40-657E-A65A-CB53BDC56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BB64C00-F048-E940-F2BE-09759CAE8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5E12F-523A-4D75-95A2-779F57F5D9E2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8D1BCF-ABFD-5501-1134-5B00E2769C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本文工作</a:t>
            </a:r>
            <a:r>
              <a:rPr lang="en-US" altLang="zh-CN" dirty="0"/>
              <a:t>-Problem Formulation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C63DE4A-D419-0A39-0838-F7A7156D9EF0}"/>
                  </a:ext>
                </a:extLst>
              </p:cNvPr>
              <p:cNvSpPr txBox="1"/>
              <p:nvPr/>
            </p:nvSpPr>
            <p:spPr>
              <a:xfrm>
                <a:off x="614968" y="1766590"/>
                <a:ext cx="6071016" cy="53739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Entity Resolution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Input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 </a:t>
                </a:r>
              </a:p>
              <a:p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an input set of records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Output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</a:t>
                </a:r>
              </a:p>
              <a:p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 partition of them: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ℂ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𝒞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𝒞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𝒞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</a:p>
              <a:p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𝒞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𝒞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𝑗</m:t>
                    </m:r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</a:p>
              <a:p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⋃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𝒞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</a:p>
              <a:p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𝒞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is called a cluster or a group of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and represents a distinct real-world entity. </a:t>
                </a:r>
              </a:p>
              <a:p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If two records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refer to the same entity, </a:t>
                </a:r>
              </a:p>
              <a:p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they are denoted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  <a:p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C63DE4A-D419-0A39-0838-F7A7156D9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968" y="1766590"/>
                <a:ext cx="6071016" cy="5373907"/>
              </a:xfrm>
              <a:prstGeom prst="rect">
                <a:avLst/>
              </a:prstGeom>
              <a:blipFill>
                <a:blip r:embed="rId3"/>
                <a:stretch>
                  <a:fillRect l="-1606" t="-9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矩形 34">
            <a:extLst>
              <a:ext uri="{FF2B5EF4-FFF2-40B4-BE49-F238E27FC236}">
                <a16:creationId xmlns:a16="http://schemas.microsoft.com/office/drawing/2014/main" id="{67B95678-C9F1-7F2A-7498-7423BD6B4A4A}"/>
              </a:ext>
            </a:extLst>
          </p:cNvPr>
          <p:cNvSpPr/>
          <p:nvPr/>
        </p:nvSpPr>
        <p:spPr>
          <a:xfrm>
            <a:off x="568794" y="1643627"/>
            <a:ext cx="5419485" cy="4348967"/>
          </a:xfrm>
          <a:prstGeom prst="rect">
            <a:avLst/>
          </a:prstGeom>
          <a:noFill/>
          <a:ln w="31750" cap="rnd">
            <a:solidFill>
              <a:schemeClr val="bg2">
                <a:lumMod val="50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ECB364C-B69D-9A0E-521E-9DCDE7D02A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839" y="4191014"/>
            <a:ext cx="5226844" cy="1775658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384C0C9E-689D-A7A0-6A04-4A8E11039793}"/>
              </a:ext>
            </a:extLst>
          </p:cNvPr>
          <p:cNvSpPr txBox="1"/>
          <p:nvPr/>
        </p:nvSpPr>
        <p:spPr>
          <a:xfrm>
            <a:off x="6767878" y="5900751"/>
            <a:ext cx="51428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Example zero-shot prompt for pairwise ER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24644DD-A8E0-D35B-87DB-E40C8D881F08}"/>
              </a:ext>
            </a:extLst>
          </p:cNvPr>
          <p:cNvSpPr txBox="1"/>
          <p:nvPr/>
        </p:nvSpPr>
        <p:spPr>
          <a:xfrm>
            <a:off x="6248400" y="629634"/>
            <a:ext cx="541948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Traditional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Pipeline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blocking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separate almost dissimilar records and keep similar records in the same block</a:t>
            </a: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matching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determine whether records in the same block refer to the same entity</a:t>
            </a: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combining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creates the final clusters of entities by inferring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indirect matching relations</a:t>
            </a: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B75BD3E-458E-99B5-A468-1E70F8E04D38}"/>
              </a:ext>
            </a:extLst>
          </p:cNvPr>
          <p:cNvSpPr/>
          <p:nvPr/>
        </p:nvSpPr>
        <p:spPr>
          <a:xfrm>
            <a:off x="6248400" y="1241052"/>
            <a:ext cx="5314284" cy="2845174"/>
          </a:xfrm>
          <a:prstGeom prst="rect">
            <a:avLst/>
          </a:prstGeom>
          <a:noFill/>
          <a:ln w="31750" cap="rnd">
            <a:solidFill>
              <a:schemeClr val="bg2">
                <a:lumMod val="50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7131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B8698-2507-091E-00A7-086FAFFDC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87B66D9-247D-A47D-D546-4289C4B1A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5E12F-523A-4D75-95A2-779F57F5D9E2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FE4131-28D0-9B6D-7FE4-FA00EF738E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本文工作</a:t>
            </a:r>
            <a:r>
              <a:rPr lang="en-US" altLang="zh-CN" dirty="0"/>
              <a:t>-Problem Formulation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5F7ACA1-E3BD-4D36-981A-9203C47D554B}"/>
              </a:ext>
            </a:extLst>
          </p:cNvPr>
          <p:cNvSpPr txBox="1"/>
          <p:nvPr/>
        </p:nvSpPr>
        <p:spPr>
          <a:xfrm>
            <a:off x="311619" y="1499890"/>
            <a:ext cx="6403506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In-context Clustering (new paradigm):</a:t>
            </a: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pack a number of records in a set as the input prompt</a:t>
            </a: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Output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ask the LLM to output a clustering of the records in this set</a:t>
            </a: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Motivation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1) make good use of the LLM's ability to process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batch data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2) obtaining high-quality answers at a lower cost and time</a:t>
            </a: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3E04D22-29CD-23B5-9A36-972B4BB598F3}"/>
              </a:ext>
            </a:extLst>
          </p:cNvPr>
          <p:cNvSpPr/>
          <p:nvPr/>
        </p:nvSpPr>
        <p:spPr>
          <a:xfrm>
            <a:off x="308081" y="1424552"/>
            <a:ext cx="6216543" cy="4823847"/>
          </a:xfrm>
          <a:prstGeom prst="rect">
            <a:avLst/>
          </a:prstGeom>
          <a:noFill/>
          <a:ln w="31750" cap="rnd">
            <a:solidFill>
              <a:schemeClr val="bg2">
                <a:lumMod val="50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465246E-606F-4878-8C76-9EE9B6836B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37" y="1538852"/>
            <a:ext cx="5226844" cy="1775658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E3C91722-CC8D-C340-2891-1F4D5EB86E69}"/>
              </a:ext>
            </a:extLst>
          </p:cNvPr>
          <p:cNvSpPr txBox="1"/>
          <p:nvPr/>
        </p:nvSpPr>
        <p:spPr>
          <a:xfrm>
            <a:off x="7172997" y="3266885"/>
            <a:ext cx="51428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Example zero-shot prompt for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pairwise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C98EF24D-B89D-F3EA-4B41-878881129BEC}"/>
              </a:ext>
            </a:extLst>
          </p:cNvPr>
          <p:cNvSpPr/>
          <p:nvPr/>
        </p:nvSpPr>
        <p:spPr>
          <a:xfrm rot="5400000">
            <a:off x="8859877" y="3814125"/>
            <a:ext cx="814164" cy="39679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41B983B-F299-D5DF-D3EC-A3B58DD852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37" y="4503442"/>
            <a:ext cx="5395912" cy="151064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AF1DE4F-49B8-FC1B-1976-B8D5073762D2}"/>
              </a:ext>
            </a:extLst>
          </p:cNvPr>
          <p:cNvSpPr txBox="1"/>
          <p:nvPr/>
        </p:nvSpPr>
        <p:spPr>
          <a:xfrm>
            <a:off x="6772947" y="6000560"/>
            <a:ext cx="5495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Example zero-shot prompt for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in-context clustering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713D57B-A739-7AF2-A865-7F4A656BE714}"/>
              </a:ext>
            </a:extLst>
          </p:cNvPr>
          <p:cNvSpPr txBox="1"/>
          <p:nvPr/>
        </p:nvSpPr>
        <p:spPr>
          <a:xfrm>
            <a:off x="7484491" y="1193333"/>
            <a:ext cx="3961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Number of records: 2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➡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269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5E12F-523A-4D75-95A2-779F57F5D9E2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本文工作</a:t>
            </a:r>
            <a:r>
              <a:rPr lang="en-US" altLang="zh-CN" dirty="0"/>
              <a:t>-Framework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A4D1455-4F7E-0E35-DF38-896EAF2B8C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444" y="1085849"/>
            <a:ext cx="9051391" cy="248602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0E3EB96-C1EE-D285-91A4-26BE84A88D13}"/>
              </a:ext>
            </a:extLst>
          </p:cNvPr>
          <p:cNvSpPr txBox="1"/>
          <p:nvPr/>
        </p:nvSpPr>
        <p:spPr>
          <a:xfrm>
            <a:off x="1197444" y="3676458"/>
            <a:ext cx="727980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LLM-powered Clustering-based ER (LLM-CER):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the NRS algorithm: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construct record sets for in-context clustering by an LLM</a:t>
            </a: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the MDG algorithm: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identify and correct likely misclusterings </a:t>
            </a: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the CMR algorithm: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hierarchically merges improved clusters</a:t>
            </a: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6683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5E12F-523A-4D75-95A2-779F57F5D9E2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本文工作</a:t>
            </a:r>
            <a:r>
              <a:rPr lang="en-US" altLang="zh-CN" dirty="0"/>
              <a:t>-Next Record Set Creation Algorithm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60FA2F1-BF6E-4A5C-A4DB-364F099B68F2}"/>
              </a:ext>
            </a:extLst>
          </p:cNvPr>
          <p:cNvSpPr txBox="1"/>
          <p:nvPr/>
        </p:nvSpPr>
        <p:spPr>
          <a:xfrm>
            <a:off x="5323497" y="3109719"/>
            <a:ext cx="7049478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indent="0">
              <a:lnSpc>
                <a:spcPct val="150000"/>
              </a:lnSpc>
              <a:buFont typeface="Arial" panose="020B0604020202020204" pitchFamily="34" charset="0"/>
              <a:buNone/>
              <a:defRPr kumimoji="1" sz="1600" b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Ensures each record set reaches the optimal 'Information Density' </a:t>
            </a:r>
          </a:p>
          <a:p>
            <a:r>
              <a:rPr lang="en-US" altLang="zh-CN" dirty="0"/>
              <a:t>to maintain LLM stability and accuracy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5714F0-7CC5-45EF-ACCF-772E19272FCF}"/>
              </a:ext>
            </a:extLst>
          </p:cNvPr>
          <p:cNvSpPr txBox="1"/>
          <p:nvPr/>
        </p:nvSpPr>
        <p:spPr>
          <a:xfrm>
            <a:off x="5079812" y="2847939"/>
            <a:ext cx="4978400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indent="0" algn="ctr">
              <a:lnSpc>
                <a:spcPct val="150000"/>
              </a:lnSpc>
              <a:buFont typeface="Arial" panose="020B0604020202020204" pitchFamily="34" charset="0"/>
              <a:buNone/>
              <a:defRPr kumimoji="1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/>
            <a:r>
              <a:rPr lang="en-US" altLang="zh-CN" sz="1600" dirty="0"/>
              <a:t>1</a:t>
            </a:r>
            <a:r>
              <a:rPr lang="en-US" altLang="zh-CN" sz="1600" dirty="0">
                <a:solidFill>
                  <a:schemeClr val="tx1"/>
                </a:solidFill>
              </a:rPr>
              <a:t>. Balanced Information Density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B4BC61C-162D-E0DD-DE9C-EDF302870D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64" y="1258630"/>
            <a:ext cx="4395186" cy="50572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36D4421-ABD1-73E0-1EEA-67F1F925BDCE}"/>
                  </a:ext>
                </a:extLst>
              </p:cNvPr>
              <p:cNvSpPr txBox="1"/>
              <p:nvPr/>
            </p:nvSpPr>
            <p:spPr>
              <a:xfrm>
                <a:off x="5079114" y="1194371"/>
                <a:ext cx="6600397" cy="1526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indent="0">
                  <a:lnSpc>
                    <a:spcPct val="150000"/>
                  </a:lnSpc>
                  <a:buFont typeface="Arial" panose="020B0604020202020204" pitchFamily="34" charset="0"/>
                  <a:buNone/>
                  <a:defRPr kumimoji="1" sz="1600" b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altLang="zh-CN" b="1" dirty="0"/>
                  <a:t> </a:t>
                </a:r>
                <a:r>
                  <a:rPr lang="en-US" altLang="zh-CN" dirty="0"/>
                  <a:t>: the number of </a:t>
                </a:r>
                <a:r>
                  <a:rPr lang="en-US" altLang="zh-CN" b="1" dirty="0"/>
                  <a:t>records</a:t>
                </a:r>
                <a:r>
                  <a:rPr lang="en-US" altLang="zh-CN" dirty="0"/>
                  <a:t> in an input set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</m:oMath>
                </a14:m>
                <a:r>
                  <a:rPr lang="en-US" altLang="zh-CN" b="1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/>
                  <a:t>: the number of </a:t>
                </a:r>
                <a:r>
                  <a:rPr lang="en-US" altLang="zh-CN" b="1" dirty="0"/>
                  <a:t>distinct entities </a:t>
                </a:r>
                <a:r>
                  <a:rPr lang="en-US" altLang="zh-CN" dirty="0"/>
                  <a:t>within an input set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</m:sSub>
                  </m:oMath>
                </a14:m>
                <a:r>
                  <a:rPr lang="en-US" altLang="zh-CN" b="1" dirty="0"/>
                  <a:t> </a:t>
                </a:r>
                <a:r>
                  <a:rPr lang="en-US" altLang="zh-CN" dirty="0"/>
                  <a:t>: the </a:t>
                </a:r>
                <a:r>
                  <a:rPr lang="en-US" altLang="zh-CN" b="1" dirty="0"/>
                  <a:t>variability</a:t>
                </a:r>
                <a:r>
                  <a:rPr lang="en-US" altLang="zh-CN" dirty="0"/>
                  <a:t> in cluster sizes within an input set, </a:t>
                </a:r>
              </a:p>
              <a:p>
                <a:r>
                  <a:rPr lang="en-US" altLang="zh-CN" dirty="0"/>
                  <a:t>      quantified by </a:t>
                </a:r>
                <a:r>
                  <a:rPr lang="en-US" altLang="zh-CN" b="1" dirty="0"/>
                  <a:t>the coefficient of variation</a:t>
                </a:r>
                <a:endParaRPr lang="zh-CN" altLang="en-US" b="1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36D4421-ABD1-73E0-1EEA-67F1F925B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114" y="1194371"/>
                <a:ext cx="6600397" cy="1526187"/>
              </a:xfrm>
              <a:prstGeom prst="rect">
                <a:avLst/>
              </a:prstGeom>
              <a:blipFill>
                <a:blip r:embed="rId4"/>
                <a:stretch>
                  <a:fillRect b="-44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左大括号 7">
            <a:extLst>
              <a:ext uri="{FF2B5EF4-FFF2-40B4-BE49-F238E27FC236}">
                <a16:creationId xmlns:a16="http://schemas.microsoft.com/office/drawing/2014/main" id="{F06D4847-B9D9-0D13-65F0-D467746E7FEE}"/>
              </a:ext>
            </a:extLst>
          </p:cNvPr>
          <p:cNvSpPr/>
          <p:nvPr/>
        </p:nvSpPr>
        <p:spPr>
          <a:xfrm rot="10800000">
            <a:off x="4524375" y="3429000"/>
            <a:ext cx="219075" cy="1519472"/>
          </a:xfrm>
          <a:prstGeom prst="leftBrace">
            <a:avLst>
              <a:gd name="adj1" fmla="val 60686"/>
              <a:gd name="adj2" fmla="val 51403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C525FED-E503-6D00-4CC4-98DA787825A2}"/>
              </a:ext>
            </a:extLst>
          </p:cNvPr>
          <p:cNvCxnSpPr>
            <a:cxnSpLocks/>
          </p:cNvCxnSpPr>
          <p:nvPr/>
        </p:nvCxnSpPr>
        <p:spPr>
          <a:xfrm flipH="1">
            <a:off x="4754120" y="3204451"/>
            <a:ext cx="417955" cy="891299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DA1ABFC9-A1C7-807B-2B96-7B3F4240972F}"/>
              </a:ext>
            </a:extLst>
          </p:cNvPr>
          <p:cNvSpPr txBox="1"/>
          <p:nvPr/>
        </p:nvSpPr>
        <p:spPr>
          <a:xfrm>
            <a:off x="5079812" y="3801592"/>
            <a:ext cx="4978400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indent="0" algn="ctr">
              <a:lnSpc>
                <a:spcPct val="150000"/>
              </a:lnSpc>
              <a:buFont typeface="Arial" panose="020B0604020202020204" pitchFamily="34" charset="0"/>
              <a:buNone/>
              <a:defRPr kumimoji="1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/>
            <a:r>
              <a:rPr lang="en-US" altLang="zh-CN" sz="1600" dirty="0"/>
              <a:t>2</a:t>
            </a:r>
            <a:r>
              <a:rPr lang="en-US" altLang="zh-CN" sz="1600" dirty="0">
                <a:solidFill>
                  <a:schemeClr val="tx1"/>
                </a:solidFill>
              </a:rPr>
              <a:t>. Variation Minimization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1" name="左大括号 20">
            <a:extLst>
              <a:ext uri="{FF2B5EF4-FFF2-40B4-BE49-F238E27FC236}">
                <a16:creationId xmlns:a16="http://schemas.microsoft.com/office/drawing/2014/main" id="{C3176C30-2196-8726-DBE2-4522400DC345}"/>
              </a:ext>
            </a:extLst>
          </p:cNvPr>
          <p:cNvSpPr/>
          <p:nvPr/>
        </p:nvSpPr>
        <p:spPr>
          <a:xfrm rot="10800000">
            <a:off x="4754120" y="5079575"/>
            <a:ext cx="179830" cy="575279"/>
          </a:xfrm>
          <a:prstGeom prst="leftBrace">
            <a:avLst>
              <a:gd name="adj1" fmla="val 60686"/>
              <a:gd name="adj2" fmla="val 51403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07C197DF-9887-0D43-7FB4-D24C6681D014}"/>
              </a:ext>
            </a:extLst>
          </p:cNvPr>
          <p:cNvCxnSpPr>
            <a:cxnSpLocks/>
          </p:cNvCxnSpPr>
          <p:nvPr/>
        </p:nvCxnSpPr>
        <p:spPr>
          <a:xfrm flipH="1">
            <a:off x="4963097" y="4188736"/>
            <a:ext cx="246100" cy="1183552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16528B7-29C0-04F8-CF3C-50814BC2D110}"/>
              </a:ext>
            </a:extLst>
          </p:cNvPr>
          <p:cNvSpPr txBox="1"/>
          <p:nvPr/>
        </p:nvSpPr>
        <p:spPr>
          <a:xfrm>
            <a:off x="5323497" y="4097194"/>
            <a:ext cx="7049478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indent="0">
              <a:lnSpc>
                <a:spcPct val="150000"/>
              </a:lnSpc>
              <a:buFont typeface="Arial" panose="020B0604020202020204" pitchFamily="34" charset="0"/>
              <a:buNone/>
              <a:defRPr kumimoji="1" sz="1600" b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Ensures an even distribution of records per entity</a:t>
            </a:r>
          </a:p>
          <a:p>
            <a:r>
              <a:rPr lang="en-US" altLang="zh-CN" dirty="0"/>
              <a:t>significantly reduce LLM hallucinations and clustering errors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3CACCC7-1106-19B5-8BF2-5720C773C462}"/>
              </a:ext>
            </a:extLst>
          </p:cNvPr>
          <p:cNvSpPr txBox="1"/>
          <p:nvPr/>
        </p:nvSpPr>
        <p:spPr>
          <a:xfrm>
            <a:off x="5077111" y="4802117"/>
            <a:ext cx="4978400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indent="0" algn="ctr">
              <a:lnSpc>
                <a:spcPct val="150000"/>
              </a:lnSpc>
              <a:buFont typeface="Arial" panose="020B0604020202020204" pitchFamily="34" charset="0"/>
              <a:buNone/>
              <a:defRPr kumimoji="1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/>
            <a:r>
              <a:rPr lang="en-US" altLang="zh-CN" sz="1600" dirty="0"/>
              <a:t>3</a:t>
            </a:r>
            <a:r>
              <a:rPr lang="en-US" altLang="zh-CN" sz="1600" dirty="0">
                <a:solidFill>
                  <a:schemeClr val="tx1"/>
                </a:solidFill>
              </a:rPr>
              <a:t>. Sequential Contextual Guidance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247D55C-0DBE-32F8-69AC-7BF0A4A94EA6}"/>
              </a:ext>
            </a:extLst>
          </p:cNvPr>
          <p:cNvSpPr txBox="1"/>
          <p:nvPr/>
        </p:nvSpPr>
        <p:spPr>
          <a:xfrm>
            <a:off x="5323497" y="5123647"/>
            <a:ext cx="7049478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indent="0">
              <a:lnSpc>
                <a:spcPct val="150000"/>
              </a:lnSpc>
              <a:buFont typeface="Arial" panose="020B0604020202020204" pitchFamily="34" charset="0"/>
              <a:buNone/>
              <a:defRPr kumimoji="1" sz="1600" b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Reduces context-switching overhead for the LLM's attention mechanism, helping the model better discern subtle patterns and relationships</a:t>
            </a:r>
            <a:endParaRPr lang="zh-CN" altLang="en-US" dirty="0"/>
          </a:p>
        </p:txBody>
      </p:sp>
      <p:sp>
        <p:nvSpPr>
          <p:cNvPr id="33" name="左大括号 32">
            <a:extLst>
              <a:ext uri="{FF2B5EF4-FFF2-40B4-BE49-F238E27FC236}">
                <a16:creationId xmlns:a16="http://schemas.microsoft.com/office/drawing/2014/main" id="{B250C624-56E3-0A7F-C081-449D2494B357}"/>
              </a:ext>
            </a:extLst>
          </p:cNvPr>
          <p:cNvSpPr/>
          <p:nvPr/>
        </p:nvSpPr>
        <p:spPr>
          <a:xfrm rot="10800000">
            <a:off x="4754118" y="5702074"/>
            <a:ext cx="179831" cy="212211"/>
          </a:xfrm>
          <a:prstGeom prst="leftBrace">
            <a:avLst>
              <a:gd name="adj1" fmla="val 60686"/>
              <a:gd name="adj2" fmla="val 51403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左大括号 34">
            <a:extLst>
              <a:ext uri="{FF2B5EF4-FFF2-40B4-BE49-F238E27FC236}">
                <a16:creationId xmlns:a16="http://schemas.microsoft.com/office/drawing/2014/main" id="{680E1F59-328F-17DA-3FCE-1E14A2378958}"/>
              </a:ext>
            </a:extLst>
          </p:cNvPr>
          <p:cNvSpPr/>
          <p:nvPr/>
        </p:nvSpPr>
        <p:spPr>
          <a:xfrm rot="10800000">
            <a:off x="4745166" y="2302782"/>
            <a:ext cx="188783" cy="696452"/>
          </a:xfrm>
          <a:prstGeom prst="leftBrace">
            <a:avLst>
              <a:gd name="adj1" fmla="val 60686"/>
              <a:gd name="adj2" fmla="val 51403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2CFB2869-4A23-EEBB-A17E-7E1F9D448005}"/>
              </a:ext>
            </a:extLst>
          </p:cNvPr>
          <p:cNvCxnSpPr>
            <a:cxnSpLocks/>
          </p:cNvCxnSpPr>
          <p:nvPr/>
        </p:nvCxnSpPr>
        <p:spPr>
          <a:xfrm flipH="1" flipV="1">
            <a:off x="4933949" y="2720558"/>
            <a:ext cx="275248" cy="2195722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32B30D52-5227-D973-676A-85A69237743C}"/>
              </a:ext>
            </a:extLst>
          </p:cNvPr>
          <p:cNvCxnSpPr>
            <a:cxnSpLocks/>
          </p:cNvCxnSpPr>
          <p:nvPr/>
        </p:nvCxnSpPr>
        <p:spPr>
          <a:xfrm flipH="1">
            <a:off x="4933949" y="5155210"/>
            <a:ext cx="275248" cy="546864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2F07151-33D3-C6E1-06E2-2CBB4FE0364D}"/>
              </a:ext>
            </a:extLst>
          </p:cNvPr>
          <p:cNvCxnSpPr>
            <a:cxnSpLocks/>
          </p:cNvCxnSpPr>
          <p:nvPr/>
        </p:nvCxnSpPr>
        <p:spPr>
          <a:xfrm flipH="1">
            <a:off x="5209197" y="3891874"/>
            <a:ext cx="67531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E3B6C6E-837C-6823-0B53-A7730D97151D}"/>
              </a:ext>
            </a:extLst>
          </p:cNvPr>
          <p:cNvCxnSpPr>
            <a:cxnSpLocks/>
          </p:cNvCxnSpPr>
          <p:nvPr/>
        </p:nvCxnSpPr>
        <p:spPr>
          <a:xfrm flipH="1">
            <a:off x="5209197" y="4902025"/>
            <a:ext cx="67531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279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9022C-30EB-18BD-7B3D-C449864FE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68F7F1A-8A5B-9B4E-9978-6510847A6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5E12F-523A-4D75-95A2-779F57F5D9E2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79FA89-DF3D-0D47-9E4A-7AE83DEAFF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本文工作</a:t>
            </a:r>
            <a:r>
              <a:rPr lang="en-US" altLang="zh-CN" dirty="0"/>
              <a:t>-Mitigating In-context Clustering Errors of LLMs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57E27BE-4A75-0B5B-7F58-CEF92CAC4D88}"/>
              </a:ext>
            </a:extLst>
          </p:cNvPr>
          <p:cNvSpPr txBox="1"/>
          <p:nvPr/>
        </p:nvSpPr>
        <p:spPr>
          <a:xfrm>
            <a:off x="5768839" y="4681592"/>
            <a:ext cx="6600397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indent="0">
              <a:lnSpc>
                <a:spcPct val="150000"/>
              </a:lnSpc>
              <a:buFont typeface="Arial" panose="020B0604020202020204" pitchFamily="34" charset="0"/>
              <a:buNone/>
              <a:defRPr kumimoji="1" sz="1600" b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uses explicit similarity metrics to cross-check the LLM's latent reasoning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E95D9C4-7E86-CD3E-D93E-892C424CEB3B}"/>
              </a:ext>
            </a:extLst>
          </p:cNvPr>
          <p:cNvSpPr txBox="1"/>
          <p:nvPr/>
        </p:nvSpPr>
        <p:spPr>
          <a:xfrm>
            <a:off x="5768839" y="4230101"/>
            <a:ext cx="4978400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indent="0" algn="ctr">
              <a:lnSpc>
                <a:spcPct val="150000"/>
              </a:lnSpc>
              <a:buFont typeface="Arial" panose="020B0604020202020204" pitchFamily="34" charset="0"/>
              <a:buNone/>
              <a:defRPr kumimoji="1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/>
            <a:r>
              <a:rPr lang="en-US" altLang="zh-CN" sz="1600" dirty="0"/>
              <a:t>1</a:t>
            </a:r>
            <a:r>
              <a:rPr lang="en-US" altLang="zh-CN" sz="1600" dirty="0">
                <a:solidFill>
                  <a:schemeClr val="tx1"/>
                </a:solidFill>
              </a:rPr>
              <a:t>. Latent Decision Verification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D4322DE-1A24-3095-FBDF-A3194C8D8F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559" y="948937"/>
            <a:ext cx="3108069" cy="329391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80828B1-9C3D-8CF8-41EC-2B8076C24B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14" y="1117753"/>
            <a:ext cx="5110878" cy="25024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DC5BFC4-B526-FE8E-F100-9389C4FAAD50}"/>
                  </a:ext>
                </a:extLst>
              </p:cNvPr>
              <p:cNvSpPr txBox="1"/>
              <p:nvPr/>
            </p:nvSpPr>
            <p:spPr>
              <a:xfrm>
                <a:off x="291114" y="4037123"/>
                <a:ext cx="5286726" cy="2264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indent="0">
                  <a:lnSpc>
                    <a:spcPct val="150000"/>
                  </a:lnSpc>
                  <a:buFont typeface="Arial" panose="020B0604020202020204" pitchFamily="34" charset="0"/>
                  <a:buNone/>
                  <a:defRPr kumimoji="1" sz="1600" b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defRPr>
                </a:lvl1pPr>
              </a:lstStyle>
              <a:p>
                <a:r>
                  <a:rPr lang="en-US" altLang="zh-CN" b="1" dirty="0"/>
                  <a:t>the intra-cluster similarity of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zh-CN" b="1" dirty="0"/>
                  <a:t> </a:t>
                </a:r>
                <a:r>
                  <a:rPr lang="en-US" altLang="zh-CN" dirty="0"/>
                  <a:t>: </a:t>
                </a:r>
              </a:p>
              <a:p>
                <a:r>
                  <a:rPr lang="en-US" altLang="zh-CN" dirty="0"/>
                  <a:t>the minimum similarity between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other records </a:t>
                </a:r>
              </a:p>
              <a:p>
                <a:r>
                  <a:rPr lang="en-US" altLang="zh-CN" u="sng" dirty="0"/>
                  <a:t>within the same cluster</a:t>
                </a:r>
                <a:r>
                  <a:rPr lang="en-US" altLang="zh-CN" dirty="0"/>
                  <a:t> as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altLang="zh-CN" dirty="0"/>
              </a:p>
              <a:p>
                <a:r>
                  <a:rPr lang="en-US" altLang="zh-CN" b="1" dirty="0"/>
                  <a:t>the inter-cluster similarity of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b="1" dirty="0"/>
                  <a:t> </a:t>
                </a:r>
                <a:r>
                  <a:rPr lang="en-US" altLang="zh-CN" dirty="0"/>
                  <a:t>:</a:t>
                </a:r>
              </a:p>
              <a:p>
                <a:r>
                  <a:rPr lang="en-US" altLang="zh-CN" dirty="0"/>
                  <a:t>the maximum similarity between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records </a:t>
                </a:r>
              </a:p>
              <a:p>
                <a:r>
                  <a:rPr lang="en-US" altLang="zh-CN" u="sng" dirty="0"/>
                  <a:t>from other clusters</a:t>
                </a:r>
                <a:endParaRPr lang="zh-CN" altLang="en-US" u="sng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DC5BFC4-B526-FE8E-F100-9389C4FAA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114" y="4037123"/>
                <a:ext cx="5286726" cy="2264851"/>
              </a:xfrm>
              <a:prstGeom prst="rect">
                <a:avLst/>
              </a:prstGeom>
              <a:blipFill>
                <a:blip r:embed="rId5"/>
                <a:stretch>
                  <a:fillRect l="-692" r="-1615" b="-2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E5524613-CA2C-BEAB-F059-1C5C4382930C}"/>
              </a:ext>
            </a:extLst>
          </p:cNvPr>
          <p:cNvSpPr txBox="1"/>
          <p:nvPr/>
        </p:nvSpPr>
        <p:spPr>
          <a:xfrm>
            <a:off x="5768839" y="5427010"/>
            <a:ext cx="4978400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indent="0" algn="ctr">
              <a:lnSpc>
                <a:spcPct val="150000"/>
              </a:lnSpc>
              <a:buFont typeface="Arial" panose="020B0604020202020204" pitchFamily="34" charset="0"/>
              <a:buNone/>
              <a:defRPr kumimoji="1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/>
            <a:r>
              <a:rPr lang="en-US" altLang="zh-CN" sz="1600" dirty="0"/>
              <a:t>2</a:t>
            </a:r>
            <a:r>
              <a:rPr lang="en-US" altLang="zh-CN" sz="1600" dirty="0">
                <a:solidFill>
                  <a:schemeClr val="tx1"/>
                </a:solidFill>
              </a:rPr>
              <a:t>. Targeted Record Relocation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36FE4D4-206B-D774-12C1-C2BCF4EE010C}"/>
              </a:ext>
            </a:extLst>
          </p:cNvPr>
          <p:cNvCxnSpPr>
            <a:cxnSpLocks/>
          </p:cNvCxnSpPr>
          <p:nvPr/>
        </p:nvCxnSpPr>
        <p:spPr>
          <a:xfrm flipH="1">
            <a:off x="5844824" y="5469115"/>
            <a:ext cx="61830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6C0FD1A-3FFA-D8C9-C174-6B6738CF2564}"/>
              </a:ext>
            </a:extLst>
          </p:cNvPr>
          <p:cNvSpPr txBox="1"/>
          <p:nvPr/>
        </p:nvSpPr>
        <p:spPr>
          <a:xfrm>
            <a:off x="5768839" y="5739396"/>
            <a:ext cx="6600397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indent="0">
              <a:lnSpc>
                <a:spcPct val="150000"/>
              </a:lnSpc>
              <a:buFont typeface="Arial" panose="020B0604020202020204" pitchFamily="34" charset="0"/>
              <a:buNone/>
              <a:defRPr kumimoji="1" sz="1600" b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identifies the misclustered record and relocates it immediately after its most similar cluster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1621C8-201C-2F70-BA57-288F534F3952}"/>
              </a:ext>
            </a:extLst>
          </p:cNvPr>
          <p:cNvSpPr/>
          <p:nvPr/>
        </p:nvSpPr>
        <p:spPr>
          <a:xfrm>
            <a:off x="949568" y="2327527"/>
            <a:ext cx="3889717" cy="2257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0625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5E12F-523A-4D75-95A2-779F57F5D9E2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本文工作</a:t>
            </a:r>
            <a:r>
              <a:rPr lang="en-US" altLang="zh-CN" dirty="0"/>
              <a:t>-Hierarchical Cluster Merging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298A83B-E801-CCBC-3509-2014EE204E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39" y="1117753"/>
            <a:ext cx="4354056" cy="19605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A993F37-6040-2794-D378-32261903D3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39" y="3187798"/>
            <a:ext cx="4354056" cy="356808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24082AD-87FA-B57A-45DC-D644FB23A28F}"/>
              </a:ext>
            </a:extLst>
          </p:cNvPr>
          <p:cNvSpPr txBox="1"/>
          <p:nvPr/>
        </p:nvSpPr>
        <p:spPr>
          <a:xfrm>
            <a:off x="4940164" y="2341053"/>
            <a:ext cx="6600397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indent="0">
              <a:lnSpc>
                <a:spcPct val="150000"/>
              </a:lnSpc>
              <a:buFont typeface="Arial" panose="020B0604020202020204" pitchFamily="34" charset="0"/>
              <a:buNone/>
              <a:defRPr kumimoji="1" sz="1600" b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'distills' each identified cluster into a single representative record (either a random instance or a centroid-based embedding)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E5A04B9-4954-BA09-D685-9EC964D89052}"/>
              </a:ext>
            </a:extLst>
          </p:cNvPr>
          <p:cNvSpPr txBox="1"/>
          <p:nvPr/>
        </p:nvSpPr>
        <p:spPr>
          <a:xfrm>
            <a:off x="4940164" y="1925051"/>
            <a:ext cx="5765936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indent="0" algn="ctr">
              <a:lnSpc>
                <a:spcPct val="150000"/>
              </a:lnSpc>
              <a:buFont typeface="Arial" panose="020B0604020202020204" pitchFamily="34" charset="0"/>
              <a:buNone/>
              <a:defRPr kumimoji="1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/>
            <a:r>
              <a:rPr lang="en-US" altLang="zh-CN" sz="1600" dirty="0"/>
              <a:t>1</a:t>
            </a:r>
            <a:r>
              <a:rPr lang="en-US" altLang="zh-CN" sz="1600" dirty="0">
                <a:solidFill>
                  <a:schemeClr val="tx1"/>
                </a:solidFill>
              </a:rPr>
              <a:t>. Cluster Distillation &amp; Representative Selection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AA00CEF-26A3-297C-FF69-13DEF58CDD7B}"/>
              </a:ext>
            </a:extLst>
          </p:cNvPr>
          <p:cNvSpPr txBox="1"/>
          <p:nvPr/>
        </p:nvSpPr>
        <p:spPr>
          <a:xfrm>
            <a:off x="4940164" y="3138804"/>
            <a:ext cx="4978400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indent="0" algn="ctr">
              <a:lnSpc>
                <a:spcPct val="150000"/>
              </a:lnSpc>
              <a:buFont typeface="Arial" panose="020B0604020202020204" pitchFamily="34" charset="0"/>
              <a:buNone/>
              <a:defRPr kumimoji="1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/>
            <a:r>
              <a:rPr lang="en-US" altLang="zh-CN" sz="1600" dirty="0"/>
              <a:t>2</a:t>
            </a:r>
            <a:r>
              <a:rPr lang="en-US" altLang="zh-CN" sz="1600" dirty="0">
                <a:solidFill>
                  <a:schemeClr val="tx1"/>
                </a:solidFill>
              </a:rPr>
              <a:t>. Greedy Cross-Set Representative Packing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2D54907-7E0F-153F-1D15-B12CD663BF32}"/>
              </a:ext>
            </a:extLst>
          </p:cNvPr>
          <p:cNvCxnSpPr>
            <a:cxnSpLocks/>
          </p:cNvCxnSpPr>
          <p:nvPr/>
        </p:nvCxnSpPr>
        <p:spPr>
          <a:xfrm flipH="1">
            <a:off x="5012409" y="3141010"/>
            <a:ext cx="68901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0D3986B-134F-AD46-3752-57AC086ADA4A}"/>
                  </a:ext>
                </a:extLst>
              </p:cNvPr>
              <p:cNvSpPr txBox="1"/>
              <p:nvPr/>
            </p:nvSpPr>
            <p:spPr>
              <a:xfrm>
                <a:off x="4940164" y="3484884"/>
                <a:ext cx="7042286" cy="787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indent="0">
                  <a:lnSpc>
                    <a:spcPct val="150000"/>
                  </a:lnSpc>
                  <a:buFont typeface="Arial" panose="020B0604020202020204" pitchFamily="34" charset="0"/>
                  <a:buNone/>
                  <a:defRPr kumimoji="1" sz="1600" b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defRPr>
                </a:lvl1pPr>
              </a:lstStyle>
              <a:p>
                <a:r>
                  <a:rPr lang="en-US" altLang="zh-CN" dirty="0"/>
                  <a:t>groups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𝒦</m:t>
                    </m:r>
                  </m:oMath>
                </a14:m>
                <a:r>
                  <a:rPr lang="en-US" altLang="zh-CN" dirty="0"/>
                  <a:t> record sets and greedily selects the most similar unselected clusters from different sets to form a new input set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𝑛𝑒𝑥𝑡</m:t>
                        </m:r>
                      </m:sub>
                    </m:sSub>
                  </m:oMath>
                </a14:m>
                <a:r>
                  <a:rPr lang="en-US" altLang="zh-CN" dirty="0"/>
                  <a:t>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0D3986B-134F-AD46-3752-57AC086AD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164" y="3484884"/>
                <a:ext cx="7042286" cy="787523"/>
              </a:xfrm>
              <a:prstGeom prst="rect">
                <a:avLst/>
              </a:prstGeom>
              <a:blipFill>
                <a:blip r:embed="rId5"/>
                <a:stretch>
                  <a:fillRect l="-433" r="-87" b="-93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左大括号 19">
            <a:extLst>
              <a:ext uri="{FF2B5EF4-FFF2-40B4-BE49-F238E27FC236}">
                <a16:creationId xmlns:a16="http://schemas.microsoft.com/office/drawing/2014/main" id="{4D6490D6-123F-4501-6B3E-5477125AA37F}"/>
              </a:ext>
            </a:extLst>
          </p:cNvPr>
          <p:cNvSpPr/>
          <p:nvPr/>
        </p:nvSpPr>
        <p:spPr>
          <a:xfrm rot="10800000">
            <a:off x="3253208" y="1524638"/>
            <a:ext cx="156741" cy="370837"/>
          </a:xfrm>
          <a:prstGeom prst="leftBrace">
            <a:avLst>
              <a:gd name="adj1" fmla="val 60686"/>
              <a:gd name="adj2" fmla="val 51403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A3C80C8B-CD14-D13D-FE36-6517841A4DBC}"/>
              </a:ext>
            </a:extLst>
          </p:cNvPr>
          <p:cNvCxnSpPr>
            <a:cxnSpLocks/>
          </p:cNvCxnSpPr>
          <p:nvPr/>
        </p:nvCxnSpPr>
        <p:spPr>
          <a:xfrm flipH="1" flipV="1">
            <a:off x="3476625" y="1714500"/>
            <a:ext cx="1535784" cy="4839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左大括号 24">
            <a:extLst>
              <a:ext uri="{FF2B5EF4-FFF2-40B4-BE49-F238E27FC236}">
                <a16:creationId xmlns:a16="http://schemas.microsoft.com/office/drawing/2014/main" id="{81111DEA-DB07-06B5-BD29-D0B5F75A2DAC}"/>
              </a:ext>
            </a:extLst>
          </p:cNvPr>
          <p:cNvSpPr/>
          <p:nvPr/>
        </p:nvSpPr>
        <p:spPr>
          <a:xfrm rot="10800000">
            <a:off x="3253205" y="1930631"/>
            <a:ext cx="188786" cy="1060218"/>
          </a:xfrm>
          <a:prstGeom prst="leftBrace">
            <a:avLst>
              <a:gd name="adj1" fmla="val 60686"/>
              <a:gd name="adj2" fmla="val 51403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7678859-692D-1D1E-86DA-2C3A7BD867AC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3472284" y="2491370"/>
            <a:ext cx="1467880" cy="856530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FE83BC97-A89F-D692-CF2A-E6F001EAE4DF}"/>
              </a:ext>
            </a:extLst>
          </p:cNvPr>
          <p:cNvSpPr txBox="1"/>
          <p:nvPr/>
        </p:nvSpPr>
        <p:spPr>
          <a:xfrm>
            <a:off x="4936316" y="4302747"/>
            <a:ext cx="6174840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indent="0" algn="ctr">
              <a:lnSpc>
                <a:spcPct val="150000"/>
              </a:lnSpc>
              <a:buFont typeface="Arial" panose="020B0604020202020204" pitchFamily="34" charset="0"/>
              <a:buNone/>
              <a:defRPr kumimoji="1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/>
            <a:r>
              <a:rPr lang="en-US" altLang="zh-CN" sz="1600" dirty="0"/>
              <a:t>3</a:t>
            </a:r>
            <a:r>
              <a:rPr lang="en-US" altLang="zh-CN" sz="1600" dirty="0">
                <a:solidFill>
                  <a:schemeClr val="tx1"/>
                </a:solidFill>
              </a:rPr>
              <a:t>. </a:t>
            </a:r>
            <a:r>
              <a:rPr lang="fr-FR" altLang="zh-CN" sz="1600" dirty="0">
                <a:solidFill>
                  <a:schemeClr val="tx1"/>
                </a:solidFill>
              </a:rPr>
              <a:t>Multi-Layer Convergence &amp; Termination (Exit Condition)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9D740F1A-C810-4081-8F6A-393AC07E580C}"/>
              </a:ext>
            </a:extLst>
          </p:cNvPr>
          <p:cNvCxnSpPr>
            <a:cxnSpLocks/>
          </p:cNvCxnSpPr>
          <p:nvPr/>
        </p:nvCxnSpPr>
        <p:spPr>
          <a:xfrm flipH="1">
            <a:off x="5012409" y="4302747"/>
            <a:ext cx="68901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EC248F3C-E219-0EB1-49F4-9004E5F88AD4}"/>
              </a:ext>
            </a:extLst>
          </p:cNvPr>
          <p:cNvSpPr txBox="1"/>
          <p:nvPr/>
        </p:nvSpPr>
        <p:spPr>
          <a:xfrm>
            <a:off x="4940164" y="4679167"/>
            <a:ext cx="7042286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indent="0">
              <a:lnSpc>
                <a:spcPct val="150000"/>
              </a:lnSpc>
              <a:buFont typeface="Arial" panose="020B0604020202020204" pitchFamily="34" charset="0"/>
              <a:buNone/>
              <a:defRPr kumimoji="1" sz="1600" b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repeats hierarchically until </a:t>
            </a:r>
            <a:r>
              <a:rPr lang="en-US" altLang="zh-CN" b="1" dirty="0"/>
              <a:t>no further merges are possible</a:t>
            </a:r>
            <a:r>
              <a:rPr lang="en-US" altLang="zh-CN" dirty="0"/>
              <a:t>, indicated by the LLM producing only singleton clusters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0938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5E12F-523A-4D75-95A2-779F57F5D9E2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本文工作</a:t>
            </a:r>
            <a:r>
              <a:rPr lang="en-US" altLang="zh-CN" dirty="0"/>
              <a:t>-End-to-End ER Solution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6473B27-E0D8-6966-0B9C-8FE2CCACA4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14" y="3429000"/>
            <a:ext cx="4432558" cy="295906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BDF4214-75E9-0B99-6F57-FDA1BE6638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237" y="1021311"/>
            <a:ext cx="7629525" cy="2095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D0DF0BF-4A4C-5715-4372-A35BC02AD7C2}"/>
                  </a:ext>
                </a:extLst>
              </p:cNvPr>
              <p:cNvSpPr txBox="1"/>
              <p:nvPr/>
            </p:nvSpPr>
            <p:spPr>
              <a:xfrm>
                <a:off x="5798454" y="2847982"/>
                <a:ext cx="5283201" cy="35024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Theoretical Complexity (LLM API Calls):</a:t>
                </a:r>
              </a:p>
              <a:p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(for a single block of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𝑚</m:t>
                    </m:r>
                  </m:oMath>
                </a14:m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records)</a:t>
                </a:r>
              </a:p>
              <a:p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Best Case (All records are the same entity)</a:t>
                </a:r>
              </a:p>
              <a:p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Pairwise Matching        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→        </a:t>
                </a: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LLM-CER</a:t>
                </a:r>
              </a:p>
              <a:p>
                <a:r>
                  <a:rPr lang="en-US" altLang="zh-CN" sz="1600" b="1" dirty="0">
                    <a:ea typeface="微软雅黑" panose="020B0503020204020204" pitchFamily="34" charset="-122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𝑶</m:t>
                    </m:r>
                    <m:r>
                      <a:rPr lang="en-US" altLang="zh-CN" sz="16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16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𝒎</m:t>
                    </m:r>
                    <m:r>
                      <a:rPr lang="en-US" altLang="zh-CN" sz="16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                       </a:t>
                </a:r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𝑶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f>
                      <m:fPr>
                        <m:ctrlPr>
                          <a:rPr lang="en-US" altLang="zh-CN" sz="1600" b="1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𝒎</m:t>
                        </m:r>
                      </m:num>
                      <m:den>
                        <m:sSub>
                          <m:sSubPr>
                            <m:ctrlPr>
                              <a:rPr lang="en-US" altLang="zh-CN" sz="1600" b="1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CN" sz="1600" b="1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𝒔</m:t>
                            </m:r>
                          </m:sub>
                        </m:sSub>
                      </m:den>
                    </m:f>
                    <m:r>
                      <a:rPr lang="en-US" altLang="zh-CN" sz="1600" b="1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Worst Case (All records are different entities)</a:t>
                </a:r>
              </a:p>
              <a:p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Pairwise Matching        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→        </a:t>
                </a: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LLM-CER</a:t>
                </a:r>
              </a:p>
              <a:p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𝑶</m:t>
                    </m:r>
                    <m:r>
                      <a:rPr lang="en-US" altLang="zh-CN" sz="16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𝒎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16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                      </a:t>
                </a:r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𝑶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f>
                      <m:f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600" b="1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1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𝒎</m:t>
                            </m:r>
                          </m:e>
                          <m:sup>
                            <m:r>
                              <a:rPr lang="en-US" altLang="zh-CN" sz="1600" b="1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en-US" altLang="zh-CN" sz="1600" b="1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b="1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CN" sz="1600" b="1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𝒔</m:t>
                            </m:r>
                          </m:sub>
                          <m:sup>
                            <m:r>
                              <a:rPr lang="en-US" altLang="zh-CN" sz="1600" b="1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bSup>
                      </m:den>
                    </m:f>
                    <m:r>
                      <a:rPr lang="en-US" altLang="zh-CN" sz="1600" b="1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D0DF0BF-4A4C-5715-4372-A35BC02AD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454" y="2847982"/>
                <a:ext cx="5283201" cy="3502497"/>
              </a:xfrm>
              <a:prstGeom prst="rect">
                <a:avLst/>
              </a:prstGeom>
              <a:blipFill>
                <a:blip r:embed="rId5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1093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55902" y="1775113"/>
            <a:ext cx="4880195" cy="3611202"/>
            <a:chOff x="3655902" y="1775113"/>
            <a:chExt cx="4880195" cy="3611202"/>
          </a:xfrm>
        </p:grpSpPr>
        <p:grpSp>
          <p:nvGrpSpPr>
            <p:cNvPr id="40" name="组合 39"/>
            <p:cNvGrpSpPr/>
            <p:nvPr/>
          </p:nvGrpSpPr>
          <p:grpSpPr>
            <a:xfrm>
              <a:off x="3655902" y="1775113"/>
              <a:ext cx="4880195" cy="553054"/>
              <a:chOff x="3655902" y="1765588"/>
              <a:chExt cx="4880195" cy="553054"/>
            </a:xfrm>
            <a:solidFill>
              <a:schemeClr val="bg1">
                <a:lumMod val="65000"/>
                <a:alpha val="50000"/>
              </a:schemeClr>
            </a:solidFill>
          </p:grpSpPr>
          <p:grpSp>
            <p:nvGrpSpPr>
              <p:cNvPr id="30" name="Google Shape;863;p65"/>
              <p:cNvGrpSpPr>
                <a:grpSpLocks noChangeAspect="1"/>
              </p:cNvGrpSpPr>
              <p:nvPr/>
            </p:nvGrpSpPr>
            <p:grpSpPr>
              <a:xfrm>
                <a:off x="3655902" y="1952115"/>
                <a:ext cx="190147" cy="180000"/>
                <a:chOff x="4660325" y="1866850"/>
                <a:chExt cx="68350" cy="58100"/>
              </a:xfrm>
              <a:grpFill/>
            </p:grpSpPr>
            <p:sp>
              <p:nvSpPr>
                <p:cNvPr id="34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35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31" name="Google Shape;863;p65"/>
              <p:cNvGrpSpPr>
                <a:grpSpLocks noChangeAspect="1"/>
              </p:cNvGrpSpPr>
              <p:nvPr/>
            </p:nvGrpSpPr>
            <p:grpSpPr>
              <a:xfrm flipH="1">
                <a:off x="8345950" y="1952115"/>
                <a:ext cx="190147" cy="180000"/>
                <a:chOff x="4660325" y="1866850"/>
                <a:chExt cx="68350" cy="58100"/>
              </a:xfrm>
              <a:grpFill/>
            </p:grpSpPr>
            <p:sp>
              <p:nvSpPr>
                <p:cNvPr id="32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33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p:grpSp>
          <p:sp>
            <p:nvSpPr>
              <p:cNvPr id="2" name="矩形: 圆角 1"/>
              <p:cNvSpPr/>
              <p:nvPr/>
            </p:nvSpPr>
            <p:spPr>
              <a:xfrm>
                <a:off x="4029582" y="1765588"/>
                <a:ext cx="4132835" cy="553054"/>
              </a:xfrm>
              <a:prstGeom prst="roundRect">
                <a:avLst>
                  <a:gd name="adj" fmla="val 17699"/>
                </a:avLst>
              </a:prstGeom>
              <a:grpFill/>
              <a:ln w="285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en-US" altLang="zh-CN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研 究 背 景</a:t>
                </a:r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3655902" y="4833261"/>
              <a:ext cx="4880195" cy="553054"/>
              <a:chOff x="3655902" y="1765588"/>
              <a:chExt cx="4880195" cy="553054"/>
            </a:xfrm>
            <a:solidFill>
              <a:schemeClr val="bg1">
                <a:lumMod val="65000"/>
                <a:alpha val="50000"/>
              </a:schemeClr>
            </a:solidFill>
          </p:grpSpPr>
          <p:grpSp>
            <p:nvGrpSpPr>
              <p:cNvPr id="42" name="Google Shape;863;p65"/>
              <p:cNvGrpSpPr>
                <a:grpSpLocks noChangeAspect="1"/>
              </p:cNvGrpSpPr>
              <p:nvPr/>
            </p:nvGrpSpPr>
            <p:grpSpPr>
              <a:xfrm>
                <a:off x="3655902" y="1952115"/>
                <a:ext cx="190147" cy="180000"/>
                <a:chOff x="4660325" y="1866850"/>
                <a:chExt cx="68350" cy="58100"/>
              </a:xfrm>
              <a:grpFill/>
            </p:grpSpPr>
            <p:sp>
              <p:nvSpPr>
                <p:cNvPr id="47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48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43" name="Google Shape;863;p65"/>
              <p:cNvGrpSpPr>
                <a:grpSpLocks noChangeAspect="1"/>
              </p:cNvGrpSpPr>
              <p:nvPr/>
            </p:nvGrpSpPr>
            <p:grpSpPr>
              <a:xfrm flipH="1">
                <a:off x="8345950" y="1952115"/>
                <a:ext cx="190147" cy="180000"/>
                <a:chOff x="4660325" y="1866850"/>
                <a:chExt cx="68350" cy="58100"/>
              </a:xfrm>
              <a:grpFill/>
            </p:grpSpPr>
            <p:sp>
              <p:nvSpPr>
                <p:cNvPr id="45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46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p:grpSp>
          <p:sp>
            <p:nvSpPr>
              <p:cNvPr id="44" name="矩形: 圆角 43"/>
              <p:cNvSpPr/>
              <p:nvPr/>
            </p:nvSpPr>
            <p:spPr>
              <a:xfrm>
                <a:off x="4029582" y="1765588"/>
                <a:ext cx="4132835" cy="553054"/>
              </a:xfrm>
              <a:prstGeom prst="roundRect">
                <a:avLst>
                  <a:gd name="adj" fmla="val 17699"/>
                </a:avLst>
              </a:prstGeom>
              <a:grpFill/>
              <a:ln w="285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en-US" altLang="zh-CN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思 考 总 结</a:t>
                </a:r>
                <a:endPara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>
              <a:off x="3655902" y="2794496"/>
              <a:ext cx="4880195" cy="553054"/>
              <a:chOff x="3655902" y="1765588"/>
              <a:chExt cx="4880195" cy="553054"/>
            </a:xfrm>
            <a:solidFill>
              <a:schemeClr val="bg1">
                <a:lumMod val="65000"/>
                <a:alpha val="50000"/>
              </a:schemeClr>
            </a:solidFill>
          </p:grpSpPr>
          <p:grpSp>
            <p:nvGrpSpPr>
              <p:cNvPr id="50" name="Google Shape;863;p65"/>
              <p:cNvGrpSpPr>
                <a:grpSpLocks noChangeAspect="1"/>
              </p:cNvGrpSpPr>
              <p:nvPr/>
            </p:nvGrpSpPr>
            <p:grpSpPr>
              <a:xfrm>
                <a:off x="3655902" y="1952115"/>
                <a:ext cx="190147" cy="180000"/>
                <a:chOff x="4660325" y="1866850"/>
                <a:chExt cx="68350" cy="58100"/>
              </a:xfrm>
              <a:grpFill/>
            </p:grpSpPr>
            <p:sp>
              <p:nvSpPr>
                <p:cNvPr id="55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56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51" name="Google Shape;863;p65"/>
              <p:cNvGrpSpPr>
                <a:grpSpLocks noChangeAspect="1"/>
              </p:cNvGrpSpPr>
              <p:nvPr/>
            </p:nvGrpSpPr>
            <p:grpSpPr>
              <a:xfrm flipH="1">
                <a:off x="8345950" y="1952115"/>
                <a:ext cx="190147" cy="180000"/>
                <a:chOff x="4660325" y="1866850"/>
                <a:chExt cx="68350" cy="58100"/>
              </a:xfrm>
              <a:grpFill/>
            </p:grpSpPr>
            <p:sp>
              <p:nvSpPr>
                <p:cNvPr id="53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54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p:grpSp>
          <p:sp>
            <p:nvSpPr>
              <p:cNvPr id="52" name="矩形: 圆角 51"/>
              <p:cNvSpPr/>
              <p:nvPr/>
            </p:nvSpPr>
            <p:spPr>
              <a:xfrm>
                <a:off x="4029582" y="1765588"/>
                <a:ext cx="4132835" cy="553054"/>
              </a:xfrm>
              <a:prstGeom prst="roundRect">
                <a:avLst>
                  <a:gd name="adj" fmla="val 17699"/>
                </a:avLst>
              </a:prstGeom>
              <a:grpFill/>
              <a:ln w="285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zh-CN" altLang="en-US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本</a:t>
                </a:r>
                <a:r>
                  <a:rPr lang="en-US" altLang="zh-CN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</a:t>
                </a:r>
                <a:r>
                  <a:rPr lang="zh-CN" altLang="en-US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文</a:t>
                </a:r>
                <a:r>
                  <a:rPr lang="en-US" altLang="zh-CN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</a:t>
                </a:r>
                <a:r>
                  <a:rPr lang="zh-CN" altLang="en-US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工</a:t>
                </a:r>
                <a:r>
                  <a:rPr lang="en-US" altLang="zh-CN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</a:t>
                </a:r>
                <a:r>
                  <a:rPr lang="zh-CN" altLang="en-US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作</a:t>
                </a:r>
              </a:p>
            </p:txBody>
          </p:sp>
        </p:grpSp>
        <p:grpSp>
          <p:nvGrpSpPr>
            <p:cNvPr id="57" name="组合 56"/>
            <p:cNvGrpSpPr/>
            <p:nvPr/>
          </p:nvGrpSpPr>
          <p:grpSpPr>
            <a:xfrm>
              <a:off x="3655902" y="3813879"/>
              <a:ext cx="4880195" cy="553054"/>
              <a:chOff x="3655902" y="1765588"/>
              <a:chExt cx="4880195" cy="553054"/>
            </a:xfrm>
          </p:grpSpPr>
          <p:grpSp>
            <p:nvGrpSpPr>
              <p:cNvPr id="58" name="Google Shape;863;p65"/>
              <p:cNvGrpSpPr>
                <a:grpSpLocks noChangeAspect="1"/>
              </p:cNvGrpSpPr>
              <p:nvPr/>
            </p:nvGrpSpPr>
            <p:grpSpPr>
              <a:xfrm>
                <a:off x="3655902" y="1952115"/>
                <a:ext cx="190147" cy="180000"/>
                <a:chOff x="4660325" y="1866850"/>
                <a:chExt cx="68350" cy="58100"/>
              </a:xfrm>
            </p:grpSpPr>
            <p:sp>
              <p:nvSpPr>
                <p:cNvPr id="63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6">
                      <a:lumMod val="5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/>
                </a:p>
              </p:txBody>
            </p:sp>
            <p:sp>
              <p:nvSpPr>
                <p:cNvPr id="64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6">
                      <a:lumMod val="5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/>
                </a:p>
              </p:txBody>
            </p:sp>
          </p:grpSp>
          <p:grpSp>
            <p:nvGrpSpPr>
              <p:cNvPr id="59" name="Google Shape;863;p65"/>
              <p:cNvGrpSpPr>
                <a:grpSpLocks noChangeAspect="1"/>
              </p:cNvGrpSpPr>
              <p:nvPr/>
            </p:nvGrpSpPr>
            <p:grpSpPr>
              <a:xfrm flipH="1">
                <a:off x="8345950" y="1952115"/>
                <a:ext cx="190147" cy="180000"/>
                <a:chOff x="4660325" y="1866850"/>
                <a:chExt cx="68350" cy="58100"/>
              </a:xfrm>
            </p:grpSpPr>
            <p:sp>
              <p:nvSpPr>
                <p:cNvPr id="61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6">
                      <a:lumMod val="5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/>
                </a:p>
              </p:txBody>
            </p:sp>
            <p:sp>
              <p:nvSpPr>
                <p:cNvPr id="62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6">
                      <a:lumMod val="5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/>
                </a:p>
              </p:txBody>
            </p:sp>
          </p:grpSp>
          <p:sp>
            <p:nvSpPr>
              <p:cNvPr id="60" name="矩形: 圆角 59"/>
              <p:cNvSpPr/>
              <p:nvPr/>
            </p:nvSpPr>
            <p:spPr>
              <a:xfrm>
                <a:off x="4029582" y="1765588"/>
                <a:ext cx="4132835" cy="553054"/>
              </a:xfrm>
              <a:prstGeom prst="roundRect">
                <a:avLst>
                  <a:gd name="adj" fmla="val 17699"/>
                </a:avLst>
              </a:prstGeom>
              <a:noFill/>
              <a:ln w="28575">
                <a:solidFill>
                  <a:srgbClr val="9BAA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zh-CN" altLang="en-US" sz="2800" b="1">
                    <a:solidFill>
                      <a:srgbClr val="3843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实</a:t>
                </a:r>
                <a:r>
                  <a:rPr lang="en-US" altLang="zh-CN" sz="2800" b="1">
                    <a:solidFill>
                      <a:srgbClr val="3843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</a:t>
                </a:r>
                <a:r>
                  <a:rPr lang="zh-CN" altLang="en-US" sz="2800" b="1">
                    <a:solidFill>
                      <a:srgbClr val="3843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验</a:t>
                </a:r>
                <a:r>
                  <a:rPr lang="en-US" altLang="zh-CN" sz="2800" b="1">
                    <a:solidFill>
                      <a:srgbClr val="3843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</a:t>
                </a:r>
                <a:r>
                  <a:rPr lang="zh-CN" altLang="en-US" sz="2800" b="1">
                    <a:solidFill>
                      <a:srgbClr val="3843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结</a:t>
                </a:r>
                <a:r>
                  <a:rPr lang="en-US" altLang="zh-CN" sz="2800" b="1">
                    <a:solidFill>
                      <a:srgbClr val="3843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</a:t>
                </a:r>
                <a:r>
                  <a:rPr lang="zh-CN" altLang="en-US" sz="2800" b="1">
                    <a:solidFill>
                      <a:srgbClr val="3843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果</a:t>
                </a:r>
              </a:p>
            </p:txBody>
          </p:sp>
        </p:grpSp>
      </p:grp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提纲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A5E12F-523A-4D75-95A2-779F57F5D9E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实验结果</a:t>
            </a:r>
            <a:r>
              <a:rPr lang="en-US" altLang="zh-CN" dirty="0"/>
              <a:t>-Experimental Setup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245715C-A1E6-4849-9921-843D2A198B1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35882" y="934277"/>
            <a:ext cx="2257403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Datasets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78D6295-B2E0-4D80-9835-6A9116E32BF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352557" y="934277"/>
            <a:ext cx="2823021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Metrics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C8921C2-BD96-1F14-B2D4-10B0C93E58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561" y="1548897"/>
            <a:ext cx="4244763" cy="21665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154D713-BD47-37A4-EC43-7C43088D7D40}"/>
                  </a:ext>
                </a:extLst>
              </p:cNvPr>
              <p:cNvSpPr txBox="1"/>
              <p:nvPr/>
            </p:nvSpPr>
            <p:spPr>
              <a:xfrm>
                <a:off x="235882" y="4155286"/>
                <a:ext cx="4524234" cy="17054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𝐸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: entity dispersion (=#Rec./#Ent.).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 : </a:t>
                </a:r>
                <a:r>
                  <a:rPr lang="en-US" altLang="zh-CN" dirty="0"/>
                  <a:t>'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Textual</a:t>
                </a:r>
                <a:r>
                  <a:rPr lang="en-US" altLang="zh-CN" dirty="0"/>
                  <a:t>'</a:t>
                </a: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N : 'Numeric</a:t>
                </a:r>
                <a:r>
                  <a:rPr lang="en-US" altLang="zh-CN" dirty="0"/>
                  <a:t>'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C : 'Categorical</a:t>
                </a:r>
                <a:r>
                  <a:rPr lang="en-US" altLang="zh-CN" dirty="0"/>
                  <a:t>'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154D713-BD47-37A4-EC43-7C43088D7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882" y="4155286"/>
                <a:ext cx="4524234" cy="1705403"/>
              </a:xfrm>
              <a:prstGeom prst="rect">
                <a:avLst/>
              </a:prstGeom>
              <a:blipFill>
                <a:blip r:embed="rId7"/>
                <a:stretch>
                  <a:fillRect l="-943" b="-53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组合 22">
            <a:extLst>
              <a:ext uri="{FF2B5EF4-FFF2-40B4-BE49-F238E27FC236}">
                <a16:creationId xmlns:a16="http://schemas.microsoft.com/office/drawing/2014/main" id="{9C018709-E762-D64B-E0B2-5E8C8BB576FA}"/>
              </a:ext>
            </a:extLst>
          </p:cNvPr>
          <p:cNvGrpSpPr/>
          <p:nvPr/>
        </p:nvGrpSpPr>
        <p:grpSpPr>
          <a:xfrm>
            <a:off x="5451597" y="2118059"/>
            <a:ext cx="6921378" cy="4576732"/>
            <a:chOff x="5451597" y="2118059"/>
            <a:chExt cx="6921378" cy="4576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4E05478A-22C8-4716-8DA5-351906AAF673}"/>
                    </a:ext>
                  </a:extLst>
                </p:cNvPr>
                <p:cNvSpPr txBox="1"/>
                <p:nvPr>
                  <p:custDataLst>
                    <p:tags r:id="rId3"/>
                  </p:custDataLst>
                </p:nvPr>
              </p:nvSpPr>
              <p:spPr>
                <a:xfrm>
                  <a:off x="5451597" y="2118059"/>
                  <a:ext cx="6921378" cy="215070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lvl="0">
                    <a:lnSpc>
                      <a:spcPct val="150000"/>
                    </a:lnSpc>
                    <a:defRPr/>
                  </a:pPr>
                  <a14:m>
                    <m:oMath xmlns:m="http://schemas.openxmlformats.org/officeDocument/2006/math">
                      <m:r>
                        <a:rPr lang="zh-CN" altLang="en-US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阿里巴巴普惠体" panose="00020600040101010101" charset="-122"/>
                        </a:rPr>
                        <m:t>𝕐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阿里巴巴普惠体" panose="00020600040101010101" charset="-122"/>
                        </a:rPr>
                        <m:t>={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𝓎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𝓎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,…,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𝓎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阿里巴巴普惠体" panose="00020600040101010101" charset="-122"/>
                        </a:rPr>
                        <m:t>}</m:t>
                      </m:r>
                    </m:oMath>
                  </a14:m>
                  <a:r>
                    <a:rPr lang="en-US" altLang="zh-CN" b="1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阿里巴巴普惠体" panose="00020600040101010101" charset="-122"/>
                    </a:rPr>
                    <a:t> </a:t>
                  </a:r>
                  <a:r>
                    <a:rPr lang="en-US" altLang="zh-CN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阿里巴巴普惠体" panose="00020600040101010101" charset="-122"/>
                    </a:rPr>
                    <a:t>: the ground truth clusters</a:t>
                  </a:r>
                </a:p>
                <a:p>
                  <a:pPr lvl="0">
                    <a:lnSpc>
                      <a:spcPct val="150000"/>
                    </a:lnSpc>
                    <a:defRPr/>
                  </a:pPr>
                  <a14:m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阿里巴巴普惠体" panose="00020600040101010101" charset="-122"/>
                        </a:rPr>
                        <m:t>𝕏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阿里巴巴普惠体" panose="00020600040101010101" charset="-122"/>
                        </a:rPr>
                        <m:t>={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𝒳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𝒳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,…,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𝒳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阿里巴巴普惠体" panose="00020600040101010101" charset="-122"/>
                        </a:rPr>
                        <m:t>}</m:t>
                      </m:r>
                    </m:oMath>
                  </a14:m>
                  <a:r>
                    <a:rPr lang="en-US" altLang="zh-CN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阿里巴巴普惠体" panose="00020600040101010101" charset="-122"/>
                    </a:rPr>
                    <a:t> : the predicted clusters</a:t>
                  </a:r>
                </a:p>
                <a:p>
                  <a:pPr>
                    <a:lnSpc>
                      <a:spcPct val="150000"/>
                    </a:lnSpc>
                    <a:defRPr/>
                  </a:pPr>
                  <a14:m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阿里巴巴普惠体" panose="00020600040101010101" charset="-122"/>
                        </a:rPr>
                        <m:t>𝕐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阿里巴巴普惠体" panose="00020600040101010101" charset="-122"/>
                        </a:rPr>
                        <m:t>={</m:t>
                      </m:r>
                      <m:sSubSup>
                        <m:sSub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𝓎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bSup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sSubSup>
                        <m:sSub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𝓎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bSup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,…,</m:t>
                      </m:r>
                      <m:sSubSup>
                        <m:sSub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𝓎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bSup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阿里巴巴普惠体" panose="00020600040101010101" charset="-122"/>
                        </a:rPr>
                        <m:t>}</m:t>
                      </m:r>
                    </m:oMath>
                  </a14:m>
                  <a:r>
                    <a:rPr lang="en-US" altLang="zh-CN" b="1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阿里巴巴普惠体" panose="00020600040101010101" charset="-122"/>
                    </a:rPr>
                    <a:t> </a:t>
                  </a:r>
                  <a:r>
                    <a:rPr lang="en-US" altLang="zh-CN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阿里巴巴普惠体" panose="00020600040101010101" charset="-122"/>
                    </a:rPr>
                    <a:t>: reorder Y based on their intersection sizes with the predicted clusters</a:t>
                  </a:r>
                </a:p>
                <a:p>
                  <a:pPr marL="285750" lvl="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  <a:defRPr/>
                  </a:pPr>
                  <a:r>
                    <a:rPr kumimoji="0" lang="en-US" altLang="zh-CN" b="1" i="0" u="sng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阿里巴巴普惠体" panose="00020600040101010101" charset="-122"/>
                    </a:rPr>
                    <a:t>ACC</a:t>
                  </a:r>
                  <a:r>
                    <a:rPr kumimoji="0" lang="en-US" altLang="zh-CN" b="1" i="0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阿里巴巴普惠体" panose="00020600040101010101" charset="-122"/>
                    </a:rPr>
                    <a:t> </a:t>
                  </a:r>
                  <a:r>
                    <a:rPr lang="en-US" altLang="zh-CN" b="1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阿里巴巴普惠体" panose="00020600040101010101" charset="-122"/>
                    </a:rPr>
                    <a:t>: </a:t>
                  </a:r>
                  <a:r>
                    <a:rPr lang="en-US" altLang="zh-CN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阿里巴巴普惠体" panose="00020600040101010101" charset="-122"/>
                    </a:rPr>
                    <a:t>Overall Assignment Correctness</a:t>
                  </a:r>
                </a:p>
                <a:p>
                  <a:pPr lvl="0">
                    <a:lnSpc>
                      <a:spcPct val="150000"/>
                    </a:lnSpc>
                    <a:defRPr/>
                  </a:pPr>
                  <a:r>
                    <a:rPr kumimoji="0" lang="en-US" altLang="zh-CN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阿里巴巴普惠体" panose="00020600040101010101" charset="-122"/>
                    </a:rPr>
                    <a:t>    </a:t>
                  </a:r>
                </a:p>
                <a:p>
                  <a:pPr lvl="0">
                    <a:lnSpc>
                      <a:spcPct val="150000"/>
                    </a:lnSpc>
                    <a:defRPr/>
                  </a:pPr>
                  <a:endParaRPr kumimoji="0" lang="en-US" altLang="zh-CN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阿里巴巴普惠体" panose="00020600040101010101" charset="-122"/>
                  </a:endParaRPr>
                </a:p>
                <a:p>
                  <a:pPr marL="285750" lvl="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  <a:defRPr/>
                  </a:pPr>
                  <a:r>
                    <a:rPr lang="en-US" altLang="zh-CN" b="1" u="sng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阿里巴巴普惠体" panose="00020600040101010101" charset="-122"/>
                    </a:rPr>
                    <a:t>FP-measure</a:t>
                  </a:r>
                  <a:r>
                    <a:rPr lang="en-US" altLang="zh-CN" b="1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阿里巴巴普惠体" panose="00020600040101010101" charset="-122"/>
                    </a:rPr>
                    <a:t> : </a:t>
                  </a:r>
                  <a:r>
                    <a:rPr lang="en-US" altLang="zh-CN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阿里巴巴普惠体" panose="00020600040101010101" charset="-122"/>
                    </a:rPr>
                    <a:t>Structural Clustering Integrity</a:t>
                  </a:r>
                </a:p>
                <a:p>
                  <a:pPr lvl="0">
                    <a:lnSpc>
                      <a:spcPct val="150000"/>
                    </a:lnSpc>
                    <a:defRPr/>
                  </a:pPr>
                  <a:endParaRPr kumimoji="0" lang="en-US" altLang="zh-CN" b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4E05478A-22C8-4716-8DA5-351906AAF6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8"/>
                  </p:custDataLst>
                </p:nvPr>
              </p:nvSpPr>
              <p:spPr>
                <a:xfrm>
                  <a:off x="5451597" y="2118059"/>
                  <a:ext cx="6921378" cy="2150702"/>
                </a:xfrm>
                <a:prstGeom prst="rect">
                  <a:avLst/>
                </a:prstGeom>
                <a:blipFill>
                  <a:blip r:embed="rId9"/>
                  <a:stretch>
                    <a:fillRect l="-704" t="-34278" b="-226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9CED8C3D-5EA0-3643-231C-6A6AC5BB57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5810" y="3429000"/>
              <a:ext cx="2586037" cy="820622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72A81320-D623-EBB5-54CC-EB3251DDD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61163" y="5217752"/>
              <a:ext cx="3013916" cy="921352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6B70DC4F-4670-0098-B6F0-90948F9E4C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64067" y="6167427"/>
              <a:ext cx="2178844" cy="527364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AD1848CB-B357-C0F6-6A92-5C967BA639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7835" y="4702851"/>
              <a:ext cx="4280572" cy="4865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83564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5E12F-523A-4D75-95A2-779F57F5D9E2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实验结果</a:t>
            </a:r>
            <a:r>
              <a:rPr lang="en-US" altLang="zh-CN" dirty="0"/>
              <a:t>-Impact of Dataset Characteristics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201D980-BCCF-9C57-0FB4-8344156837A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35882" y="934277"/>
            <a:ext cx="3757620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Impact of Attribute Count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6E5AB6-891B-44BF-ABC5-92654C76661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31362" y="934277"/>
            <a:ext cx="6189410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Impact of Attribute Types and Dataset Difficulty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90AD1D0-E339-2B80-CDA0-282539A103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362" y="1799734"/>
            <a:ext cx="5886272" cy="323494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A32BC4C-6CF5-D3BC-BD34-208675673A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14" y="1807271"/>
            <a:ext cx="4140927" cy="321987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28B3444-F198-7A35-2A6C-C54E3C4E9A4F}"/>
              </a:ext>
            </a:extLst>
          </p:cNvPr>
          <p:cNvSpPr/>
          <p:nvPr/>
        </p:nvSpPr>
        <p:spPr>
          <a:xfrm>
            <a:off x="3769567" y="2327737"/>
            <a:ext cx="411624" cy="4005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5654D7-9D52-64C7-452D-C4F5E89D7CD3}"/>
              </a:ext>
            </a:extLst>
          </p:cNvPr>
          <p:cNvSpPr/>
          <p:nvPr/>
        </p:nvSpPr>
        <p:spPr>
          <a:xfrm>
            <a:off x="3769028" y="3674176"/>
            <a:ext cx="411624" cy="4005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FA23047-72DE-6873-C330-7D7D9DA91790}"/>
              </a:ext>
            </a:extLst>
          </p:cNvPr>
          <p:cNvSpPr txBox="1"/>
          <p:nvPr/>
        </p:nvSpPr>
        <p:spPr>
          <a:xfrm>
            <a:off x="183631" y="5484132"/>
            <a:ext cx="5681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simpler, structured datasets,</a:t>
            </a: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richer attribute sets enhance record distinguishability.</a:t>
            </a:r>
          </a:p>
        </p:txBody>
      </p:sp>
      <p:sp>
        <p:nvSpPr>
          <p:cNvPr id="14" name="左大括号 13">
            <a:extLst>
              <a:ext uri="{FF2B5EF4-FFF2-40B4-BE49-F238E27FC236}">
                <a16:creationId xmlns:a16="http://schemas.microsoft.com/office/drawing/2014/main" id="{563C838C-3822-7C64-73D6-DB4370CF67A7}"/>
              </a:ext>
            </a:extLst>
          </p:cNvPr>
          <p:cNvSpPr/>
          <p:nvPr/>
        </p:nvSpPr>
        <p:spPr>
          <a:xfrm rot="5400000">
            <a:off x="3184511" y="615726"/>
            <a:ext cx="188786" cy="2194305"/>
          </a:xfrm>
          <a:prstGeom prst="leftBrace">
            <a:avLst>
              <a:gd name="adj1" fmla="val 60686"/>
              <a:gd name="adj2" fmla="val 51403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A22C1AD-BCFB-061A-ED23-CF2F131B0729}"/>
              </a:ext>
            </a:extLst>
          </p:cNvPr>
          <p:cNvSpPr txBox="1"/>
          <p:nvPr/>
        </p:nvSpPr>
        <p:spPr>
          <a:xfrm>
            <a:off x="2606624" y="1346950"/>
            <a:ext cx="1668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Only Textual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84DC043-CBB2-1D23-93B4-73BA6B56226F}"/>
              </a:ext>
            </a:extLst>
          </p:cNvPr>
          <p:cNvSpPr txBox="1"/>
          <p:nvPr/>
        </p:nvSpPr>
        <p:spPr>
          <a:xfrm>
            <a:off x="5865223" y="5484132"/>
            <a:ext cx="5681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noisy, domain-specific datasets,</a:t>
            </a: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selective pruning boosts matching performance.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654809B-D75F-F125-A6C5-FC358EE8964A}"/>
              </a:ext>
            </a:extLst>
          </p:cNvPr>
          <p:cNvSpPr/>
          <p:nvPr/>
        </p:nvSpPr>
        <p:spPr>
          <a:xfrm>
            <a:off x="8918510" y="2327737"/>
            <a:ext cx="362650" cy="12906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2093E2F-FCAA-50C9-EB40-FE4D99CC0C03}"/>
              </a:ext>
            </a:extLst>
          </p:cNvPr>
          <p:cNvSpPr/>
          <p:nvPr/>
        </p:nvSpPr>
        <p:spPr>
          <a:xfrm>
            <a:off x="8863149" y="4074702"/>
            <a:ext cx="470262" cy="6801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7408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50698-EE39-E880-F79A-2DA803D0F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8A701B8-F888-9592-73FC-A0C6F3568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A5E12F-523A-4D75-95A2-779F57F5D9E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486B8D-5C8E-0D2E-A0AA-A9AF22CDED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实验结果</a:t>
            </a:r>
            <a:r>
              <a:rPr lang="en-US" altLang="zh-CN" dirty="0"/>
              <a:t>-Impact of LLM Guardrails</a:t>
            </a:r>
            <a:endParaRPr lang="zh-CN" altLang="en-US" dirty="0"/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0735AFAC-26DE-5885-F429-FEE7EBAA1078}"/>
              </a:ext>
            </a:extLst>
          </p:cNvPr>
          <p:cNvGrpSpPr/>
          <p:nvPr/>
        </p:nvGrpSpPr>
        <p:grpSpPr>
          <a:xfrm>
            <a:off x="1271152" y="1710611"/>
            <a:ext cx="10502778" cy="2651983"/>
            <a:chOff x="1738822" y="1389524"/>
            <a:chExt cx="10502778" cy="2651983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095591F7-A18D-9DB4-30B4-27A4702811B6}"/>
                </a:ext>
              </a:extLst>
            </p:cNvPr>
            <p:cNvGrpSpPr/>
            <p:nvPr/>
          </p:nvGrpSpPr>
          <p:grpSpPr>
            <a:xfrm>
              <a:off x="1738822" y="1389524"/>
              <a:ext cx="7820894" cy="2651983"/>
              <a:chOff x="2185553" y="1389524"/>
              <a:chExt cx="7820894" cy="2651983"/>
            </a:xfrm>
          </p:grpSpPr>
          <p:pic>
            <p:nvPicPr>
              <p:cNvPr id="12" name="图片 11">
                <a:extLst>
                  <a:ext uri="{FF2B5EF4-FFF2-40B4-BE49-F238E27FC236}">
                    <a16:creationId xmlns:a16="http://schemas.microsoft.com/office/drawing/2014/main" id="{FBD77E7B-EFD1-AC17-0764-17D4C0E7B3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85553" y="1389524"/>
                <a:ext cx="7820894" cy="2651983"/>
              </a:xfrm>
              <a:prstGeom prst="rect">
                <a:avLst/>
              </a:prstGeom>
            </p:spPr>
          </p:pic>
          <p:cxnSp>
            <p:nvCxnSpPr>
              <p:cNvPr id="14" name="直接箭头连接符 13">
                <a:extLst>
                  <a:ext uri="{FF2B5EF4-FFF2-40B4-BE49-F238E27FC236}">
                    <a16:creationId xmlns:a16="http://schemas.microsoft.com/office/drawing/2014/main" id="{42262680-5DBC-9E4F-3465-4476B716AB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72000" y="2198748"/>
                <a:ext cx="656134" cy="132623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8934F94-F6D9-FE36-901B-99B2180A560A}"/>
                  </a:ext>
                </a:extLst>
              </p:cNvPr>
              <p:cNvSpPr txBox="1"/>
              <p:nvPr/>
            </p:nvSpPr>
            <p:spPr>
              <a:xfrm>
                <a:off x="4551060" y="2002654"/>
                <a:ext cx="6260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50%</a:t>
                </a: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54B5649-AA0B-FE75-CDEC-585C53D98C36}"/>
                  </a:ext>
                </a:extLst>
              </p:cNvPr>
              <p:cNvSpPr txBox="1"/>
              <p:nvPr/>
            </p:nvSpPr>
            <p:spPr>
              <a:xfrm>
                <a:off x="4572000" y="2331371"/>
                <a:ext cx="6260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22%</a:t>
                </a:r>
              </a:p>
            </p:txBody>
          </p:sp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D38A496C-D0B2-07F3-5D37-0A24057043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51060" y="2543359"/>
                <a:ext cx="677074" cy="111683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73404A62-CCE6-FA1B-8806-3493D5D475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82082" y="2198748"/>
                <a:ext cx="656134" cy="111683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D16F6879-333F-3DD0-6AF1-CC2F700831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654169" y="2198748"/>
                <a:ext cx="608494" cy="75619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01DA0B40-1B4A-8037-7295-B886CE32A3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92164" y="2543359"/>
                <a:ext cx="670499" cy="74523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F38D0EC6-D3EC-D653-9DDB-089CCBC73E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82082" y="2543359"/>
                <a:ext cx="656134" cy="74523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C31C3ABF-9C3F-EE99-F62E-DD411D7D1429}"/>
                  </a:ext>
                </a:extLst>
              </p:cNvPr>
              <p:cNvSpPr txBox="1"/>
              <p:nvPr/>
            </p:nvSpPr>
            <p:spPr>
              <a:xfrm>
                <a:off x="6510217" y="1965820"/>
                <a:ext cx="81086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135%</a:t>
                </a:r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D91E0B4A-7393-3F3A-ED54-A1A87379D9BB}"/>
                  </a:ext>
                </a:extLst>
              </p:cNvPr>
              <p:cNvSpPr txBox="1"/>
              <p:nvPr/>
            </p:nvSpPr>
            <p:spPr>
              <a:xfrm>
                <a:off x="6582082" y="2310105"/>
                <a:ext cx="81086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68%</a:t>
                </a:r>
              </a:p>
            </p:txBody>
          </p: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DCCBD9B4-3169-8904-0F40-29532D406E0E}"/>
                  </a:ext>
                </a:extLst>
              </p:cNvPr>
              <p:cNvSpPr txBox="1"/>
              <p:nvPr/>
            </p:nvSpPr>
            <p:spPr>
              <a:xfrm>
                <a:off x="8603161" y="1965819"/>
                <a:ext cx="81086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35%</a:t>
                </a:r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9D6FC7D8-5AE4-380F-751B-F97873E13D0A}"/>
                  </a:ext>
                </a:extLst>
              </p:cNvPr>
              <p:cNvSpPr txBox="1"/>
              <p:nvPr/>
            </p:nvSpPr>
            <p:spPr>
              <a:xfrm>
                <a:off x="8603161" y="2310105"/>
                <a:ext cx="81086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21%</a:t>
                </a:r>
              </a:p>
            </p:txBody>
          </p:sp>
        </p:grpSp>
        <p:sp>
          <p:nvSpPr>
            <p:cNvPr id="51" name="左大括号 50">
              <a:extLst>
                <a:ext uri="{FF2B5EF4-FFF2-40B4-BE49-F238E27FC236}">
                  <a16:creationId xmlns:a16="http://schemas.microsoft.com/office/drawing/2014/main" id="{57B8006B-5C7B-DFC5-6274-BAC869EBE9AE}"/>
                </a:ext>
              </a:extLst>
            </p:cNvPr>
            <p:cNvSpPr/>
            <p:nvPr/>
          </p:nvSpPr>
          <p:spPr>
            <a:xfrm rot="10800000">
              <a:off x="9524816" y="2687595"/>
              <a:ext cx="188786" cy="1325992"/>
            </a:xfrm>
            <a:prstGeom prst="leftBrace">
              <a:avLst>
                <a:gd name="adj1" fmla="val 60686"/>
                <a:gd name="adj2" fmla="val 51403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D46B9E13-8CEA-C62D-F652-74357E1D395F}"/>
                </a:ext>
              </a:extLst>
            </p:cNvPr>
            <p:cNvSpPr txBox="1"/>
            <p:nvPr/>
          </p:nvSpPr>
          <p:spPr>
            <a:xfrm>
              <a:off x="9619209" y="3058202"/>
              <a:ext cx="26223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with minimal additional </a:t>
              </a:r>
            </a:p>
            <a:p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computational cost</a:t>
              </a:r>
            </a:p>
          </p:txBody>
        </p:sp>
      </p:grpSp>
      <p:sp>
        <p:nvSpPr>
          <p:cNvPr id="53" name="文本框 52">
            <a:extLst>
              <a:ext uri="{FF2B5EF4-FFF2-40B4-BE49-F238E27FC236}">
                <a16:creationId xmlns:a16="http://schemas.microsoft.com/office/drawing/2014/main" id="{647AF6BC-348E-54C2-124F-FF0AB0D8A649}"/>
              </a:ext>
            </a:extLst>
          </p:cNvPr>
          <p:cNvSpPr txBox="1"/>
          <p:nvPr/>
        </p:nvSpPr>
        <p:spPr>
          <a:xfrm>
            <a:off x="1325155" y="4954161"/>
            <a:ext cx="9341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MDG enhances ER performance without incurring a significant resource overhead, making it an efficient approach for improving entity resolution in practical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3835980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A5E12F-523A-4D75-95A2-779F57F5D9E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实验结果</a:t>
            </a:r>
            <a:r>
              <a:rPr lang="en-US" altLang="zh-CN" dirty="0"/>
              <a:t>-Performance on End-to-End ER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B64CD3-E926-6BD2-239D-8D68CFADCDF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35882" y="934277"/>
            <a:ext cx="5860118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In-context clustering vs. pairwise questioning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C733CC2-1A45-948F-1DE7-E20A93605D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425" y="1498597"/>
            <a:ext cx="9201150" cy="296366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BCA265C-8FFD-E86B-DD4A-70DF322661C8}"/>
              </a:ext>
            </a:extLst>
          </p:cNvPr>
          <p:cNvSpPr/>
          <p:nvPr/>
        </p:nvSpPr>
        <p:spPr>
          <a:xfrm>
            <a:off x="4772891" y="3165936"/>
            <a:ext cx="484909" cy="12120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6BD057-EC95-E431-90D1-D555F170905B}"/>
              </a:ext>
            </a:extLst>
          </p:cNvPr>
          <p:cNvSpPr/>
          <p:nvPr/>
        </p:nvSpPr>
        <p:spPr>
          <a:xfrm>
            <a:off x="3491345" y="3165936"/>
            <a:ext cx="588819" cy="12120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37E3F0-19BA-9AF7-493D-3FE0A1417E27}"/>
              </a:ext>
            </a:extLst>
          </p:cNvPr>
          <p:cNvSpPr/>
          <p:nvPr/>
        </p:nvSpPr>
        <p:spPr>
          <a:xfrm>
            <a:off x="5950527" y="3165936"/>
            <a:ext cx="616528" cy="12120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A60CD7-4E5B-EFB3-337E-6C08CF26CA2C}"/>
              </a:ext>
            </a:extLst>
          </p:cNvPr>
          <p:cNvSpPr/>
          <p:nvPr/>
        </p:nvSpPr>
        <p:spPr>
          <a:xfrm>
            <a:off x="7183582" y="3165936"/>
            <a:ext cx="616528" cy="12120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04FB147-6AEF-39D7-6668-B7D8B40FB8DD}"/>
              </a:ext>
            </a:extLst>
          </p:cNvPr>
          <p:cNvSpPr/>
          <p:nvPr/>
        </p:nvSpPr>
        <p:spPr>
          <a:xfrm>
            <a:off x="8472055" y="3165936"/>
            <a:ext cx="533400" cy="12120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0FFB2C1-C2B1-7E3A-9FA4-702C092A4A06}"/>
              </a:ext>
            </a:extLst>
          </p:cNvPr>
          <p:cNvSpPr/>
          <p:nvPr/>
        </p:nvSpPr>
        <p:spPr>
          <a:xfrm>
            <a:off x="9718964" y="3165935"/>
            <a:ext cx="533400" cy="12120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B18DA4C-3C01-CFF1-5B67-F0728A8003D1}"/>
              </a:ext>
            </a:extLst>
          </p:cNvPr>
          <p:cNvCxnSpPr>
            <a:cxnSpLocks/>
          </p:cNvCxnSpPr>
          <p:nvPr/>
        </p:nvCxnSpPr>
        <p:spPr>
          <a:xfrm>
            <a:off x="4170218" y="3429000"/>
            <a:ext cx="526473" cy="471055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22C0D55-D1E5-6192-A7C5-7C0BEE8BD92C}"/>
              </a:ext>
            </a:extLst>
          </p:cNvPr>
          <p:cNvCxnSpPr>
            <a:cxnSpLocks/>
          </p:cNvCxnSpPr>
          <p:nvPr/>
        </p:nvCxnSpPr>
        <p:spPr>
          <a:xfrm>
            <a:off x="6612082" y="3429000"/>
            <a:ext cx="526473" cy="471055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D6E458C1-394B-3415-592D-B65D5FFD8F82}"/>
              </a:ext>
            </a:extLst>
          </p:cNvPr>
          <p:cNvCxnSpPr>
            <a:cxnSpLocks/>
          </p:cNvCxnSpPr>
          <p:nvPr/>
        </p:nvCxnSpPr>
        <p:spPr>
          <a:xfrm>
            <a:off x="9085119" y="3429000"/>
            <a:ext cx="526473" cy="471055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16BB36B4-C2ED-543B-B722-2B2D9DFBBCB6}"/>
              </a:ext>
            </a:extLst>
          </p:cNvPr>
          <p:cNvSpPr txBox="1"/>
          <p:nvPr/>
        </p:nvSpPr>
        <p:spPr>
          <a:xfrm>
            <a:off x="1495425" y="4645644"/>
            <a:ext cx="612606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Compared to pairwise matching:</a:t>
            </a: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the final ER results: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are nearly identical or even better </a:t>
            </a:r>
          </a:p>
          <a:p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Reduce:</a:t>
            </a: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the number of LLM API calls: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by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12-108×</a:t>
            </a: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token consumption:              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by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3-28×</a:t>
            </a: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monetary cost:                      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by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3-22×</a:t>
            </a: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end-to-end ER time:             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by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6-55×</a:t>
            </a:r>
          </a:p>
        </p:txBody>
      </p:sp>
    </p:spTree>
    <p:extLst>
      <p:ext uri="{BB962C8B-B14F-4D97-AF65-F5344CB8AC3E}">
        <p14:creationId xmlns:p14="http://schemas.microsoft.com/office/powerpoint/2010/main" val="461035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E3CA3-ED99-185D-CE0B-25E8F6A7E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EBA4E32-CC43-AA48-7585-2D57F69E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A5E12F-523A-4D75-95A2-779F57F5D9E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2372C1-E747-5161-4859-D6C9D54693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实验结果</a:t>
            </a:r>
            <a:r>
              <a:rPr lang="en-US" altLang="zh-CN" dirty="0"/>
              <a:t>-Performance on End-to-End ER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82E4E07-E657-E737-60E3-B28A33C404A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35882" y="934277"/>
            <a:ext cx="5860118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Comparison with state-of-the-art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F08675-CFB7-7687-5EF0-8761DAA002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48" y="1601498"/>
            <a:ext cx="3066617" cy="3228405"/>
          </a:xfrm>
          <a:prstGeom prst="rect">
            <a:avLst/>
          </a:prstGeom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F5AA095C-0324-267B-8AD4-9A02FB4CAFA7}"/>
              </a:ext>
            </a:extLst>
          </p:cNvPr>
          <p:cNvGrpSpPr/>
          <p:nvPr/>
        </p:nvGrpSpPr>
        <p:grpSpPr>
          <a:xfrm>
            <a:off x="3943785" y="1601498"/>
            <a:ext cx="3066617" cy="2568722"/>
            <a:chOff x="5239183" y="2706143"/>
            <a:chExt cx="3066617" cy="2568722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DF4213EF-F5BF-7B47-183E-9408FFCFFD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9183" y="2822610"/>
              <a:ext cx="3036125" cy="2452255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4D566A33-C52D-5E21-3255-8E5AD0B831BA}"/>
                </a:ext>
              </a:extLst>
            </p:cNvPr>
            <p:cNvPicPr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5749"/>
            <a:stretch>
              <a:fillRect/>
            </a:stretch>
          </p:blipFill>
          <p:spPr>
            <a:xfrm>
              <a:off x="5239183" y="2706143"/>
              <a:ext cx="3066617" cy="13724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2014E8B-8F1D-58E2-903C-F60C2495E922}"/>
                  </a:ext>
                </a:extLst>
              </p:cNvPr>
              <p:cNvSpPr txBox="1"/>
              <p:nvPr/>
            </p:nvSpPr>
            <p:spPr>
              <a:xfrm>
                <a:off x="291114" y="5119255"/>
                <a:ext cx="8437948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Baseline: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Booster: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Iterative Partition Selection, but Restricted to predefined partitions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BQ: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Batched Pairwise Comparisons, but high complexity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600" dirty="0"/>
                  <a:t>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comparisons)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 b="1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CrowdER+LLM</a:t>
                </a: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Transitive Closure Clustering, but lacks anti-transitivity pruning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2014E8B-8F1D-58E2-903C-F60C2495E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114" y="5119255"/>
                <a:ext cx="8437948" cy="1077218"/>
              </a:xfrm>
              <a:prstGeom prst="rect">
                <a:avLst/>
              </a:prstGeom>
              <a:blipFill>
                <a:blip r:embed="rId6"/>
                <a:stretch>
                  <a:fillRect l="-434" t="-1705"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矩形 51">
            <a:extLst>
              <a:ext uri="{FF2B5EF4-FFF2-40B4-BE49-F238E27FC236}">
                <a16:creationId xmlns:a16="http://schemas.microsoft.com/office/drawing/2014/main" id="{07578553-E522-4589-AB57-C9913BF69AAE}"/>
              </a:ext>
            </a:extLst>
          </p:cNvPr>
          <p:cNvSpPr/>
          <p:nvPr/>
        </p:nvSpPr>
        <p:spPr>
          <a:xfrm>
            <a:off x="1779694" y="1731993"/>
            <a:ext cx="249997" cy="2076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7C303EF-8BA7-1993-E214-56FA9DCD8069}"/>
              </a:ext>
            </a:extLst>
          </p:cNvPr>
          <p:cNvSpPr/>
          <p:nvPr/>
        </p:nvSpPr>
        <p:spPr>
          <a:xfrm>
            <a:off x="1772898" y="2957179"/>
            <a:ext cx="249997" cy="2076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732C348-1F3E-CDA5-A8CC-3D205A9610AF}"/>
              </a:ext>
            </a:extLst>
          </p:cNvPr>
          <p:cNvSpPr/>
          <p:nvPr/>
        </p:nvSpPr>
        <p:spPr>
          <a:xfrm>
            <a:off x="1772900" y="2341593"/>
            <a:ext cx="249997" cy="2076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F06DF1D-46A0-2EE1-2965-D695F13962CC}"/>
              </a:ext>
            </a:extLst>
          </p:cNvPr>
          <p:cNvSpPr/>
          <p:nvPr/>
        </p:nvSpPr>
        <p:spPr>
          <a:xfrm>
            <a:off x="1772899" y="2736449"/>
            <a:ext cx="249997" cy="2076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BFC188C-A963-6477-5108-4F5F3F32ABC3}"/>
              </a:ext>
            </a:extLst>
          </p:cNvPr>
          <p:cNvSpPr/>
          <p:nvPr/>
        </p:nvSpPr>
        <p:spPr>
          <a:xfrm>
            <a:off x="1772767" y="3355466"/>
            <a:ext cx="249997" cy="2076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ABE181C-2733-94A0-44D0-C128F0115350}"/>
              </a:ext>
            </a:extLst>
          </p:cNvPr>
          <p:cNvSpPr/>
          <p:nvPr/>
        </p:nvSpPr>
        <p:spPr>
          <a:xfrm>
            <a:off x="1772767" y="3575533"/>
            <a:ext cx="249997" cy="2076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D57D9FA-F86E-89B9-2F01-784DAB0E7E96}"/>
              </a:ext>
            </a:extLst>
          </p:cNvPr>
          <p:cNvSpPr/>
          <p:nvPr/>
        </p:nvSpPr>
        <p:spPr>
          <a:xfrm>
            <a:off x="1759200" y="3968706"/>
            <a:ext cx="277399" cy="2076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6896A2B-9C9B-E238-4316-916C797032D5}"/>
              </a:ext>
            </a:extLst>
          </p:cNvPr>
          <p:cNvSpPr/>
          <p:nvPr/>
        </p:nvSpPr>
        <p:spPr>
          <a:xfrm>
            <a:off x="1759200" y="2125166"/>
            <a:ext cx="277399" cy="2076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0101F05-0FFA-630A-53E6-9C050E1A4AE8}"/>
              </a:ext>
            </a:extLst>
          </p:cNvPr>
          <p:cNvSpPr/>
          <p:nvPr/>
        </p:nvSpPr>
        <p:spPr>
          <a:xfrm>
            <a:off x="1772767" y="4191661"/>
            <a:ext cx="249997" cy="2076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9ACF129D-CB70-855D-5997-096435C5EDBF}"/>
              </a:ext>
            </a:extLst>
          </p:cNvPr>
          <p:cNvSpPr/>
          <p:nvPr/>
        </p:nvSpPr>
        <p:spPr>
          <a:xfrm>
            <a:off x="1759200" y="4579989"/>
            <a:ext cx="277399" cy="2076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1E338076-57AA-DA72-963F-17707054B44A}"/>
              </a:ext>
            </a:extLst>
          </p:cNvPr>
          <p:cNvSpPr/>
          <p:nvPr/>
        </p:nvSpPr>
        <p:spPr>
          <a:xfrm>
            <a:off x="5081183" y="1717965"/>
            <a:ext cx="249997" cy="2076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97E053D-CEA5-97D4-B557-0CE9E7573B60}"/>
              </a:ext>
            </a:extLst>
          </p:cNvPr>
          <p:cNvSpPr/>
          <p:nvPr/>
        </p:nvSpPr>
        <p:spPr>
          <a:xfrm>
            <a:off x="5081181" y="2327913"/>
            <a:ext cx="249997" cy="2076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9811F622-8781-CA9A-8D73-EB3FE686810E}"/>
              </a:ext>
            </a:extLst>
          </p:cNvPr>
          <p:cNvSpPr/>
          <p:nvPr/>
        </p:nvSpPr>
        <p:spPr>
          <a:xfrm>
            <a:off x="5081182" y="2108822"/>
            <a:ext cx="249997" cy="2076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1A0DB2B-E92D-5BDA-CFED-541BF268F72F}"/>
              </a:ext>
            </a:extLst>
          </p:cNvPr>
          <p:cNvSpPr/>
          <p:nvPr/>
        </p:nvSpPr>
        <p:spPr>
          <a:xfrm>
            <a:off x="5088560" y="2718770"/>
            <a:ext cx="249997" cy="2076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32DF43BD-9B31-C5BA-1B9C-0686B396E791}"/>
              </a:ext>
            </a:extLst>
          </p:cNvPr>
          <p:cNvSpPr/>
          <p:nvPr/>
        </p:nvSpPr>
        <p:spPr>
          <a:xfrm>
            <a:off x="5088560" y="2929956"/>
            <a:ext cx="249997" cy="2076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9F3EFA17-1716-DCA5-DF56-5954737C1773}"/>
              </a:ext>
            </a:extLst>
          </p:cNvPr>
          <p:cNvSpPr/>
          <p:nvPr/>
        </p:nvSpPr>
        <p:spPr>
          <a:xfrm>
            <a:off x="5081180" y="3332106"/>
            <a:ext cx="249997" cy="2076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356A564-AB15-A39B-6811-8737587981E3}"/>
              </a:ext>
            </a:extLst>
          </p:cNvPr>
          <p:cNvSpPr/>
          <p:nvPr/>
        </p:nvSpPr>
        <p:spPr>
          <a:xfrm>
            <a:off x="5081180" y="3546676"/>
            <a:ext cx="249997" cy="2076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A0EEB0DA-AD80-8F72-FF2C-02C774A7EDCB}"/>
              </a:ext>
            </a:extLst>
          </p:cNvPr>
          <p:cNvSpPr/>
          <p:nvPr/>
        </p:nvSpPr>
        <p:spPr>
          <a:xfrm>
            <a:off x="5074253" y="3948811"/>
            <a:ext cx="249997" cy="2076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BA91BA07-3C18-8A4F-3225-C0472BC234E3}"/>
              </a:ext>
            </a:extLst>
          </p:cNvPr>
          <p:cNvSpPr txBox="1"/>
          <p:nvPr/>
        </p:nvSpPr>
        <p:spPr>
          <a:xfrm>
            <a:off x="7300730" y="2445414"/>
            <a:ext cx="470727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Significant Advantages: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State-of-the-Art Performance</a:t>
            </a:r>
          </a:p>
          <a:p>
            <a:r>
              <a:rPr lang="en-US" altLang="zh-CN" sz="1600" dirty="0"/>
              <a:t>	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clustering quality 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operational efficiency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Enhanced Clustering Flexibility</a:t>
            </a: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over Booster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Superior Cost-Efficiency and Autonomy</a:t>
            </a: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over BQ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Optimized Precision and Resource Usage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over CrowdER+LLM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10802353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A5E12F-523A-4D75-95A2-779F57F5D9E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实验结果</a:t>
            </a:r>
            <a:r>
              <a:rPr lang="en-US" altLang="zh-CN" dirty="0"/>
              <a:t>-Scalability Test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934084-9AC4-4FD0-A881-14F81983F2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795" y="1767139"/>
            <a:ext cx="8898515" cy="213713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4F54D82-E1B3-18B2-B7EB-C06AC47198B7}"/>
              </a:ext>
            </a:extLst>
          </p:cNvPr>
          <p:cNvSpPr txBox="1"/>
          <p:nvPr/>
        </p:nvSpPr>
        <p:spPr>
          <a:xfrm>
            <a:off x="1575795" y="4372281"/>
            <a:ext cx="34247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LLM-CER : </a:t>
            </a: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Linear Runtime Scaling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Consistent Quality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Predictable Costs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C86D05-5C55-5B14-7136-71C0C8940C83}"/>
              </a:ext>
            </a:extLst>
          </p:cNvPr>
          <p:cNvSpPr txBox="1"/>
          <p:nvPr/>
        </p:nvSpPr>
        <p:spPr>
          <a:xfrm>
            <a:off x="5663459" y="4372281"/>
            <a:ext cx="48108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BQ : </a:t>
            </a: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Infeasible Execution Time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incur substantially higher overheads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High Resource Overhead</a:t>
            </a:r>
          </a:p>
        </p:txBody>
      </p:sp>
    </p:spTree>
    <p:extLst>
      <p:ext uri="{BB962C8B-B14F-4D97-AF65-F5344CB8AC3E}">
        <p14:creationId xmlns:p14="http://schemas.microsoft.com/office/powerpoint/2010/main" val="8168713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55902" y="1775113"/>
            <a:ext cx="4880195" cy="3424675"/>
            <a:chOff x="3655902" y="1775113"/>
            <a:chExt cx="4880195" cy="3424675"/>
          </a:xfrm>
        </p:grpSpPr>
        <p:grpSp>
          <p:nvGrpSpPr>
            <p:cNvPr id="40" name="组合 39"/>
            <p:cNvGrpSpPr/>
            <p:nvPr/>
          </p:nvGrpSpPr>
          <p:grpSpPr>
            <a:xfrm>
              <a:off x="3655902" y="1775113"/>
              <a:ext cx="4880195" cy="553054"/>
              <a:chOff x="3655902" y="1765588"/>
              <a:chExt cx="4880195" cy="553054"/>
            </a:xfrm>
            <a:solidFill>
              <a:schemeClr val="bg1">
                <a:lumMod val="65000"/>
                <a:alpha val="50000"/>
              </a:schemeClr>
            </a:solidFill>
          </p:grpSpPr>
          <p:grpSp>
            <p:nvGrpSpPr>
              <p:cNvPr id="30" name="Google Shape;863;p65"/>
              <p:cNvGrpSpPr>
                <a:grpSpLocks noChangeAspect="1"/>
              </p:cNvGrpSpPr>
              <p:nvPr/>
            </p:nvGrpSpPr>
            <p:grpSpPr>
              <a:xfrm>
                <a:off x="3655902" y="1952115"/>
                <a:ext cx="190147" cy="180000"/>
                <a:chOff x="4660325" y="1866850"/>
                <a:chExt cx="68350" cy="58100"/>
              </a:xfrm>
              <a:grpFill/>
            </p:grpSpPr>
            <p:sp>
              <p:nvSpPr>
                <p:cNvPr id="34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35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31" name="Google Shape;863;p65"/>
              <p:cNvGrpSpPr>
                <a:grpSpLocks noChangeAspect="1"/>
              </p:cNvGrpSpPr>
              <p:nvPr/>
            </p:nvGrpSpPr>
            <p:grpSpPr>
              <a:xfrm flipH="1">
                <a:off x="8345950" y="1952115"/>
                <a:ext cx="190147" cy="180000"/>
                <a:chOff x="4660325" y="1866850"/>
                <a:chExt cx="68350" cy="58100"/>
              </a:xfrm>
              <a:grpFill/>
            </p:grpSpPr>
            <p:sp>
              <p:nvSpPr>
                <p:cNvPr id="32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33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p:grpSp>
          <p:sp>
            <p:nvSpPr>
              <p:cNvPr id="2" name="矩形: 圆角 1"/>
              <p:cNvSpPr/>
              <p:nvPr/>
            </p:nvSpPr>
            <p:spPr>
              <a:xfrm>
                <a:off x="4029582" y="1765588"/>
                <a:ext cx="4132835" cy="553054"/>
              </a:xfrm>
              <a:prstGeom prst="roundRect">
                <a:avLst>
                  <a:gd name="adj" fmla="val 17699"/>
                </a:avLst>
              </a:prstGeom>
              <a:grpFill/>
              <a:ln w="285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en-US" altLang="zh-CN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研 究 背 景</a:t>
                </a:r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3655902" y="5019788"/>
              <a:ext cx="4880195" cy="180000"/>
              <a:chOff x="3655902" y="1952115"/>
              <a:chExt cx="4880195" cy="180000"/>
            </a:xfrm>
            <a:solidFill>
              <a:schemeClr val="bg1">
                <a:lumMod val="65000"/>
                <a:alpha val="50000"/>
              </a:schemeClr>
            </a:solidFill>
          </p:grpSpPr>
          <p:grpSp>
            <p:nvGrpSpPr>
              <p:cNvPr id="42" name="Google Shape;863;p65"/>
              <p:cNvGrpSpPr>
                <a:grpSpLocks noChangeAspect="1"/>
              </p:cNvGrpSpPr>
              <p:nvPr/>
            </p:nvGrpSpPr>
            <p:grpSpPr>
              <a:xfrm>
                <a:off x="3655902" y="1952115"/>
                <a:ext cx="190147" cy="180000"/>
                <a:chOff x="4660325" y="1866850"/>
                <a:chExt cx="68350" cy="58100"/>
              </a:xfrm>
              <a:grpFill/>
            </p:grpSpPr>
            <p:sp>
              <p:nvSpPr>
                <p:cNvPr id="47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48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43" name="Google Shape;863;p65"/>
              <p:cNvGrpSpPr>
                <a:grpSpLocks noChangeAspect="1"/>
              </p:cNvGrpSpPr>
              <p:nvPr/>
            </p:nvGrpSpPr>
            <p:grpSpPr>
              <a:xfrm flipH="1">
                <a:off x="8345950" y="1952115"/>
                <a:ext cx="190147" cy="180000"/>
                <a:chOff x="4660325" y="1866850"/>
                <a:chExt cx="68350" cy="58100"/>
              </a:xfrm>
              <a:grpFill/>
            </p:grpSpPr>
            <p:sp>
              <p:nvSpPr>
                <p:cNvPr id="45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46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p:grpSp>
        </p:grpSp>
        <p:grpSp>
          <p:nvGrpSpPr>
            <p:cNvPr id="49" name="组合 48"/>
            <p:cNvGrpSpPr/>
            <p:nvPr/>
          </p:nvGrpSpPr>
          <p:grpSpPr>
            <a:xfrm>
              <a:off x="3655902" y="2794496"/>
              <a:ext cx="4880195" cy="553054"/>
              <a:chOff x="3655902" y="1765588"/>
              <a:chExt cx="4880195" cy="553054"/>
            </a:xfrm>
            <a:solidFill>
              <a:schemeClr val="bg1">
                <a:lumMod val="65000"/>
                <a:alpha val="50000"/>
              </a:schemeClr>
            </a:solidFill>
          </p:grpSpPr>
          <p:grpSp>
            <p:nvGrpSpPr>
              <p:cNvPr id="50" name="Google Shape;863;p65"/>
              <p:cNvGrpSpPr>
                <a:grpSpLocks noChangeAspect="1"/>
              </p:cNvGrpSpPr>
              <p:nvPr/>
            </p:nvGrpSpPr>
            <p:grpSpPr>
              <a:xfrm>
                <a:off x="3655902" y="1952115"/>
                <a:ext cx="190147" cy="180000"/>
                <a:chOff x="4660325" y="1866850"/>
                <a:chExt cx="68350" cy="58100"/>
              </a:xfrm>
              <a:grpFill/>
            </p:grpSpPr>
            <p:sp>
              <p:nvSpPr>
                <p:cNvPr id="55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56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51" name="Google Shape;863;p65"/>
              <p:cNvGrpSpPr>
                <a:grpSpLocks noChangeAspect="1"/>
              </p:cNvGrpSpPr>
              <p:nvPr/>
            </p:nvGrpSpPr>
            <p:grpSpPr>
              <a:xfrm flipH="1">
                <a:off x="8345950" y="1952115"/>
                <a:ext cx="190147" cy="180000"/>
                <a:chOff x="4660325" y="1866850"/>
                <a:chExt cx="68350" cy="58100"/>
              </a:xfrm>
              <a:grpFill/>
            </p:grpSpPr>
            <p:sp>
              <p:nvSpPr>
                <p:cNvPr id="53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54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grp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p:grpSp>
          <p:sp>
            <p:nvSpPr>
              <p:cNvPr id="52" name="矩形: 圆角 51"/>
              <p:cNvSpPr/>
              <p:nvPr/>
            </p:nvSpPr>
            <p:spPr>
              <a:xfrm>
                <a:off x="4029582" y="1765588"/>
                <a:ext cx="4132835" cy="553054"/>
              </a:xfrm>
              <a:prstGeom prst="roundRect">
                <a:avLst>
                  <a:gd name="adj" fmla="val 17699"/>
                </a:avLst>
              </a:prstGeom>
              <a:grpFill/>
              <a:ln w="285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zh-CN" altLang="en-US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本</a:t>
                </a:r>
                <a:r>
                  <a:rPr lang="en-US" altLang="zh-CN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</a:t>
                </a:r>
                <a:r>
                  <a:rPr lang="zh-CN" altLang="en-US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文</a:t>
                </a:r>
                <a:r>
                  <a:rPr lang="en-US" altLang="zh-CN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</a:t>
                </a:r>
                <a:r>
                  <a:rPr lang="zh-CN" altLang="en-US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工</a:t>
                </a:r>
                <a:r>
                  <a:rPr lang="en-US" altLang="zh-CN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</a:t>
                </a:r>
                <a:r>
                  <a:rPr lang="zh-CN" altLang="en-US" sz="28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作</a:t>
                </a:r>
              </a:p>
            </p:txBody>
          </p:sp>
        </p:grpSp>
        <p:grpSp>
          <p:nvGrpSpPr>
            <p:cNvPr id="57" name="组合 56"/>
            <p:cNvGrpSpPr/>
            <p:nvPr/>
          </p:nvGrpSpPr>
          <p:grpSpPr>
            <a:xfrm>
              <a:off x="3655902" y="4000406"/>
              <a:ext cx="4880195" cy="180000"/>
              <a:chOff x="3655902" y="1952115"/>
              <a:chExt cx="4880195" cy="180000"/>
            </a:xfrm>
          </p:grpSpPr>
          <p:grpSp>
            <p:nvGrpSpPr>
              <p:cNvPr id="58" name="Google Shape;863;p65"/>
              <p:cNvGrpSpPr>
                <a:grpSpLocks noChangeAspect="1"/>
              </p:cNvGrpSpPr>
              <p:nvPr/>
            </p:nvGrpSpPr>
            <p:grpSpPr>
              <a:xfrm>
                <a:off x="3655902" y="1952115"/>
                <a:ext cx="190147" cy="180000"/>
                <a:chOff x="4660325" y="1866850"/>
                <a:chExt cx="68350" cy="58100"/>
              </a:xfrm>
            </p:grpSpPr>
            <p:sp>
              <p:nvSpPr>
                <p:cNvPr id="63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6">
                      <a:lumMod val="5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/>
                </a:p>
              </p:txBody>
            </p:sp>
            <p:sp>
              <p:nvSpPr>
                <p:cNvPr id="64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6">
                      <a:lumMod val="5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/>
                </a:p>
              </p:txBody>
            </p:sp>
          </p:grpSp>
          <p:grpSp>
            <p:nvGrpSpPr>
              <p:cNvPr id="59" name="Google Shape;863;p65"/>
              <p:cNvGrpSpPr>
                <a:grpSpLocks noChangeAspect="1"/>
              </p:cNvGrpSpPr>
              <p:nvPr/>
            </p:nvGrpSpPr>
            <p:grpSpPr>
              <a:xfrm flipH="1">
                <a:off x="8345950" y="1952115"/>
                <a:ext cx="190147" cy="180000"/>
                <a:chOff x="4660325" y="1866850"/>
                <a:chExt cx="68350" cy="58100"/>
              </a:xfrm>
            </p:grpSpPr>
            <p:sp>
              <p:nvSpPr>
                <p:cNvPr id="61" name="Google Shape;864;p65"/>
                <p:cNvSpPr/>
                <p:nvPr/>
              </p:nvSpPr>
              <p:spPr>
                <a:xfrm>
                  <a:off x="466032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15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6">
                      <a:lumMod val="5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/>
                </a:p>
              </p:txBody>
            </p:sp>
            <p:sp>
              <p:nvSpPr>
                <p:cNvPr id="62" name="Google Shape;865;p65"/>
                <p:cNvSpPr/>
                <p:nvPr/>
              </p:nvSpPr>
              <p:spPr>
                <a:xfrm>
                  <a:off x="4690975" y="1866850"/>
                  <a:ext cx="377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2324" extrusionOk="0">
                      <a:moveTo>
                        <a:pt x="346" y="1"/>
                      </a:moveTo>
                      <a:lnTo>
                        <a:pt x="0" y="354"/>
                      </a:lnTo>
                      <a:lnTo>
                        <a:pt x="808" y="1162"/>
                      </a:lnTo>
                      <a:lnTo>
                        <a:pt x="0" y="1977"/>
                      </a:lnTo>
                      <a:lnTo>
                        <a:pt x="346" y="2323"/>
                      </a:lnTo>
                      <a:lnTo>
                        <a:pt x="1508" y="1162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6">
                      <a:lumMod val="5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/>
                </a:p>
              </p:txBody>
            </p:sp>
          </p:grpSp>
        </p:grpSp>
      </p:grp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提纲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7FC68B8-7270-FF05-0272-9A4BDAB17872}"/>
              </a:ext>
            </a:extLst>
          </p:cNvPr>
          <p:cNvSpPr/>
          <p:nvPr/>
        </p:nvSpPr>
        <p:spPr>
          <a:xfrm>
            <a:off x="4029581" y="3813878"/>
            <a:ext cx="4132835" cy="553054"/>
          </a:xfrm>
          <a:prstGeom prst="roundRect">
            <a:avLst>
              <a:gd name="adj" fmla="val 17699"/>
            </a:avLst>
          </a:prstGeom>
          <a:solidFill>
            <a:schemeClr val="bg1">
              <a:lumMod val="65000"/>
              <a:alpha val="50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 验 结 果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9B27F60-568F-7D70-7679-B756E579FC54}"/>
              </a:ext>
            </a:extLst>
          </p:cNvPr>
          <p:cNvSpPr/>
          <p:nvPr/>
        </p:nvSpPr>
        <p:spPr>
          <a:xfrm>
            <a:off x="4029581" y="4833261"/>
            <a:ext cx="4132835" cy="553054"/>
          </a:xfrm>
          <a:prstGeom prst="roundRect">
            <a:avLst>
              <a:gd name="adj" fmla="val 17699"/>
            </a:avLst>
          </a:prstGeom>
          <a:noFill/>
          <a:ln w="28575">
            <a:solidFill>
              <a:srgbClr val="9BAA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rgbClr val="3843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思 考 总 结</a:t>
            </a:r>
          </a:p>
        </p:txBody>
      </p:sp>
    </p:spTree>
    <p:extLst>
      <p:ext uri="{BB962C8B-B14F-4D97-AF65-F5344CB8AC3E}">
        <p14:creationId xmlns:p14="http://schemas.microsoft.com/office/powerpoint/2010/main" val="2291305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A5E12F-523A-4D75-95A2-779F57F5D9E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思考总结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CA8AAE3-EE11-7DD0-0378-0B0069CCDEE9}"/>
              </a:ext>
            </a:extLst>
          </p:cNvPr>
          <p:cNvSpPr txBox="1"/>
          <p:nvPr/>
        </p:nvSpPr>
        <p:spPr>
          <a:xfrm>
            <a:off x="291114" y="1894692"/>
            <a:ext cx="33502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LLM + Pairwise Matching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2BA3E5BE-E9BD-8A1D-D45E-B38B402716A8}"/>
              </a:ext>
            </a:extLst>
          </p:cNvPr>
          <p:cNvSpPr/>
          <p:nvPr/>
        </p:nvSpPr>
        <p:spPr>
          <a:xfrm>
            <a:off x="3692442" y="1845079"/>
            <a:ext cx="882365" cy="51054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189E7DD-70E1-FDA3-9982-262C568A061B}"/>
              </a:ext>
            </a:extLst>
          </p:cNvPr>
          <p:cNvSpPr txBox="1"/>
          <p:nvPr/>
        </p:nvSpPr>
        <p:spPr>
          <a:xfrm>
            <a:off x="4715011" y="1905408"/>
            <a:ext cx="4488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LLM + In-context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Clustering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3A2412-4EB8-ABD7-2078-65AEEB933C3D}"/>
              </a:ext>
            </a:extLst>
          </p:cNvPr>
          <p:cNvSpPr txBox="1"/>
          <p:nvPr/>
        </p:nvSpPr>
        <p:spPr>
          <a:xfrm>
            <a:off x="367314" y="4305300"/>
            <a:ext cx="110169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Limitations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Dependency on LLM Stability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the system's performance and cost-effectiveness are inherently tied to the evolving pricing and API stability of underlying models.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1AB8950-2AFC-EFA2-863A-1F4907DC949B}"/>
              </a:ext>
            </a:extLst>
          </p:cNvPr>
          <p:cNvSpPr txBox="1"/>
          <p:nvPr/>
        </p:nvSpPr>
        <p:spPr>
          <a:xfrm>
            <a:off x="716784" y="2646445"/>
            <a:ext cx="33502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fully relying on the capabilities of LLM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E0CACE3C-5700-C10F-745D-96DE528D226A}"/>
              </a:ext>
            </a:extLst>
          </p:cNvPr>
          <p:cNvSpPr/>
          <p:nvPr/>
        </p:nvSpPr>
        <p:spPr>
          <a:xfrm>
            <a:off x="3692442" y="2745118"/>
            <a:ext cx="882365" cy="51054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86E8B96-4FFB-F18B-D4C2-118F21E23DD4}"/>
              </a:ext>
            </a:extLst>
          </p:cNvPr>
          <p:cNvSpPr txBox="1"/>
          <p:nvPr/>
        </p:nvSpPr>
        <p:spPr>
          <a:xfrm>
            <a:off x="4987339" y="2650596"/>
            <a:ext cx="31913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actively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detecting the </a:t>
            </a: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potential hallucinations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8DEC812-1ADE-CEEF-6829-CC8B40DF109A}"/>
              </a:ext>
            </a:extLst>
          </p:cNvPr>
          <p:cNvSpPr txBox="1"/>
          <p:nvPr/>
        </p:nvSpPr>
        <p:spPr>
          <a:xfrm>
            <a:off x="367314" y="1395909"/>
            <a:ext cx="60973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Advantages :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04755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0" y="2216785"/>
            <a:ext cx="12192000" cy="19145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23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US" altLang="zh-CN" sz="5400" b="1" i="1" kern="0" dirty="0">
                <a:solidFill>
                  <a:srgbClr val="70AD47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kumimoji="0" lang="en-US" altLang="zh-CN" sz="5400" b="1" i="1" u="none" strike="noStrike" kern="0" cap="none" spc="0" normalizeH="0" baseline="0" noProof="0" dirty="0">
              <a:ln>
                <a:noFill/>
              </a:ln>
              <a:solidFill>
                <a:srgbClr val="70AD47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55" y="607866"/>
            <a:ext cx="2017186" cy="6411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-1270" y="4777105"/>
            <a:ext cx="121932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6B2D0B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  <a:sym typeface="+mn-ea"/>
              </a:rPr>
              <a:t> </a:t>
            </a:r>
            <a:endParaRPr kumimoji="0" lang="en-US" altLang="zh-CN" sz="1400" b="1" i="1" u="none" strike="noStrike" kern="1200" cap="none" spc="0" normalizeH="0" baseline="0" noProof="0" dirty="0">
              <a:ln>
                <a:noFill/>
              </a:ln>
              <a:solidFill>
                <a:srgbClr val="6B2D0B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6B2D0B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  <a:sym typeface="+mn-ea"/>
              </a:rPr>
              <a:t>Presented by xxx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342890" y="17532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mM5ZDlmNjk0OWU3Nzk5YTYwMjQxZTY0MTE1YzdjYz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6.95,&quot;left&quot;:35.4,&quot;top&quot;:82.8,&quot;width&quot;:305.8890551181101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6.95,&quot;left&quot;:35.4,&quot;top&quot;:82.8,&quot;width&quot;:424.0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6.95,&quot;left&quot;:35.4,&quot;top&quot;:82.8,&quot;width&quot;:424.0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6.95,&quot;left&quot;:35.4,&quot;top&quot;:82.8,&quot;width&quot;:424.0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6.95,&quot;left&quot;:35.4,&quot;top&quot;:82.8,&quot;width&quot;:424.0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6.95,&quot;left&quot;:35.4,&quot;top&quot;:82.8,&quot;width&quot;:424.0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6.95,&quot;left&quot;:35.4,&quot;top&quot;:82.8,&quot;width&quot;:424.0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6.95,&quot;left&quot;:35.4,&quot;top&quot;:82.8,&quot;width&quot;:424.0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6.95,&quot;left&quot;:35.4,&quot;top&quot;:82.8,&quot;width&quot;:305.8890551181101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 dirty="0">
            <a:solidFill>
              <a:prstClr val="white"/>
            </a:solidFill>
            <a:latin typeface="Calibri" panose="020F0502020204030204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5206</TotalTime>
  <Words>3563</Words>
  <Application>Microsoft Office PowerPoint</Application>
  <PresentationFormat>宽屏</PresentationFormat>
  <Paragraphs>513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阿里巴巴普惠体</vt:lpstr>
      <vt:lpstr>等线</vt:lpstr>
      <vt:lpstr>微软雅黑</vt:lpstr>
      <vt:lpstr>Arial</vt:lpstr>
      <vt:lpstr>Calibri</vt:lpstr>
      <vt:lpstr>Calibri Light</vt:lpstr>
      <vt:lpstr>Cambria Math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王宇晨</dc:creator>
  <cp:lastModifiedBy>Zhicheng</cp:lastModifiedBy>
  <cp:revision>4069</cp:revision>
  <dcterms:created xsi:type="dcterms:W3CDTF">2021-05-16T02:35:00Z</dcterms:created>
  <dcterms:modified xsi:type="dcterms:W3CDTF">2026-01-28T07:13:44Z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CC9BC38D491A4D91BE3D728E06D16899_12</vt:lpwstr>
  </property>
  <property fmtid="{D5CDD505-2E9C-101B-9397-08002B2CF9AE}" pid="3" name="KSOProductBuildVer">
    <vt:lpwstr>2052-12.1.0.15712</vt:lpwstr>
  </property>
</Properties>
</file>